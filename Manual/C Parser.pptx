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6" r:id="rId23"/>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5" d="100"/>
          <a:sy n="95" d="100"/>
        </p:scale>
        <p:origin x="81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Blue_Curve">
    <p:spTree>
      <p:nvGrpSpPr>
        <p:cNvPr id="1" name=""/>
        <p:cNvGrpSpPr/>
        <p:nvPr/>
      </p:nvGrpSpPr>
      <p:grpSpPr>
        <a:xfrm>
          <a:off x="0" y="0"/>
          <a:ext cx="0" cy="0"/>
          <a:chOff x="0" y="0"/>
          <a:chExt cx="0" cy="0"/>
        </a:xfrm>
      </p:grpSpPr>
      <p:sp>
        <p:nvSpPr>
          <p:cNvPr id="6" name="Flowchart: Document 5"/>
          <p:cNvSpPr/>
          <p:nvPr/>
        </p:nvSpPr>
        <p:spPr>
          <a:xfrm flipH="1" flipV="1">
            <a:off x="-2160" y="4497840"/>
            <a:ext cx="10078200" cy="1168200"/>
          </a:xfrm>
          <a:prstGeom prst="flowChartDocumen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endParaRPr lang="en-IN" sz="1800" b="0" u="none" strike="noStrike">
              <a:solidFill>
                <a:srgbClr val="000000"/>
              </a:solidFill>
              <a:effectLst/>
              <a:uFillTx/>
              <a:latin typeface="Arial"/>
              <a:ea typeface="DejaVu Sans"/>
            </a:endParaRPr>
          </a:p>
        </p:txBody>
      </p:sp>
      <p:sp>
        <p:nvSpPr>
          <p:cNvPr id="7" name="PlaceHolder 1"/>
          <p:cNvSpPr>
            <a:spLocks noGrp="1"/>
          </p:cNvSpPr>
          <p:nvPr>
            <p:ph type="title"/>
          </p:nvPr>
        </p:nvSpPr>
        <p:spPr>
          <a:xfrm>
            <a:off x="0" y="1620000"/>
            <a:ext cx="8998200" cy="1078200"/>
          </a:xfrm>
          <a:prstGeom prst="rect">
            <a:avLst/>
          </a:prstGeom>
          <a:noFill/>
          <a:ln w="0">
            <a:noFill/>
          </a:ln>
        </p:spPr>
        <p:txBody>
          <a:bodyPr lIns="0" tIns="0" rIns="0" bIns="0" anchor="ctr">
            <a:noAutofit/>
          </a:bodyPr>
          <a:lstStyle/>
          <a:p>
            <a:pPr indent="0" algn="ctr">
              <a:lnSpc>
                <a:spcPct val="100000"/>
              </a:lnSpc>
              <a:buNone/>
              <a:tabLst>
                <a:tab pos="0" algn="l"/>
              </a:tabLst>
            </a:pPr>
            <a:r>
              <a:rPr lang="en-IN" sz="3300" b="0" u="none" strike="noStrike">
                <a:solidFill>
                  <a:srgbClr val="DD4100"/>
                </a:solidFill>
                <a:effectLst/>
                <a:uFillTx/>
                <a:latin typeface="Arial"/>
              </a:rPr>
              <a:t>Click to edit the title text format</a:t>
            </a:r>
            <a:endParaRPr lang="en-IN" sz="3300" b="0" u="none" strike="noStrike">
              <a:solidFill>
                <a:srgbClr val="000000"/>
              </a:solidFill>
              <a:effectLst/>
              <a:uFillTx/>
              <a:latin typeface="Arial"/>
            </a:endParaRPr>
          </a:p>
        </p:txBody>
      </p:sp>
      <p:sp>
        <p:nvSpPr>
          <p:cNvPr id="2" name="PlaceHolder 2"/>
          <p:cNvSpPr>
            <a:spLocks noGrp="1"/>
          </p:cNvSpPr>
          <p:nvPr>
            <p:ph type="body"/>
          </p:nvPr>
        </p:nvSpPr>
        <p:spPr>
          <a:xfrm>
            <a:off x="360000" y="2880000"/>
            <a:ext cx="9358200" cy="1618200"/>
          </a:xfrm>
          <a:prstGeom prst="rect">
            <a:avLst/>
          </a:prstGeom>
          <a:noFill/>
          <a:ln w="0">
            <a:noFill/>
          </a:ln>
        </p:spPr>
        <p:txBody>
          <a:bodyPr lIns="0" tIns="0" rIns="0" bIns="0" anchor="t">
            <a:normAutofit fontScale="85000" lnSpcReduction="19999"/>
          </a:bodyPr>
          <a:lstStyle/>
          <a:p>
            <a:pPr marL="432000" indent="-324000">
              <a:lnSpc>
                <a:spcPct val="100000"/>
              </a:lnSpc>
              <a:spcBef>
                <a:spcPts val="1060"/>
              </a:spcBef>
              <a:buClr>
                <a:srgbClr val="77CAEE"/>
              </a:buClr>
              <a:buSzPct val="45000"/>
              <a:buFont typeface="Wingdings" charset="2"/>
              <a:buChar char=""/>
            </a:pPr>
            <a:r>
              <a:rPr lang="en-IN" sz="2400" b="0" u="none" strike="noStrike">
                <a:solidFill>
                  <a:srgbClr val="009BDD"/>
                </a:solidFill>
                <a:effectLst/>
                <a:uFillTx/>
                <a:latin typeface="Arial"/>
              </a:rPr>
              <a:t>Click to edit the outline text format</a:t>
            </a:r>
            <a:endParaRPr lang="en-IN" sz="2400" b="0" u="none" strike="noStrike">
              <a:solidFill>
                <a:srgbClr val="000000"/>
              </a:solidFill>
              <a:effectLst/>
              <a:uFillTx/>
              <a:latin typeface="Arial"/>
            </a:endParaRPr>
          </a:p>
          <a:p>
            <a:pPr marL="864000" lvl="1" indent="-324000">
              <a:lnSpc>
                <a:spcPct val="100000"/>
              </a:lnSpc>
              <a:spcBef>
                <a:spcPts val="850"/>
              </a:spcBef>
              <a:buClr>
                <a:srgbClr val="77CAEE"/>
              </a:buClr>
              <a:buSzPct val="45000"/>
              <a:buFont typeface="Wingdings" charset="2"/>
              <a:buChar char=""/>
            </a:pPr>
            <a:r>
              <a:rPr lang="en-IN" sz="2100" b="0" u="none" strike="noStrike">
                <a:solidFill>
                  <a:srgbClr val="009BDD"/>
                </a:solidFill>
                <a:effectLst/>
                <a:uFillTx/>
                <a:latin typeface="Arial"/>
              </a:rPr>
              <a:t>Second Outline Level</a:t>
            </a:r>
            <a:endParaRPr lang="en-IN" sz="2100" b="0" u="none" strike="noStrike">
              <a:solidFill>
                <a:srgbClr val="000000"/>
              </a:solidFill>
              <a:effectLst/>
              <a:uFillTx/>
              <a:latin typeface="Arial"/>
            </a:endParaRPr>
          </a:p>
          <a:p>
            <a:pPr marL="1296000" lvl="2" indent="-288000">
              <a:lnSpc>
                <a:spcPct val="100000"/>
              </a:lnSpc>
              <a:spcBef>
                <a:spcPts val="635"/>
              </a:spcBef>
              <a:buClr>
                <a:srgbClr val="77CAEE"/>
              </a:buClr>
              <a:buSzPct val="45000"/>
              <a:buFont typeface="Wingdings" charset="2"/>
              <a:buChar char=""/>
            </a:pPr>
            <a:r>
              <a:rPr lang="en-IN" sz="1800" b="0" u="none" strike="noStrike">
                <a:solidFill>
                  <a:srgbClr val="009BDD"/>
                </a:solidFill>
                <a:effectLst/>
                <a:uFillTx/>
                <a:latin typeface="Arial"/>
              </a:rPr>
              <a:t>Third Outline Level</a:t>
            </a:r>
            <a:endParaRPr lang="en-IN" sz="1800" b="0" u="none" strike="noStrike">
              <a:solidFill>
                <a:srgbClr val="000000"/>
              </a:solidFill>
              <a:effectLst/>
              <a:uFillTx/>
              <a:latin typeface="Arial"/>
            </a:endParaRPr>
          </a:p>
          <a:p>
            <a:pPr marL="1728000" lvl="3" indent="-216000">
              <a:lnSpc>
                <a:spcPct val="100000"/>
              </a:lnSpc>
              <a:spcBef>
                <a:spcPts val="422"/>
              </a:spcBef>
              <a:buClr>
                <a:srgbClr val="77CAEE"/>
              </a:buClr>
              <a:buSzPct val="45000"/>
              <a:buFont typeface="Wingdings" charset="2"/>
              <a:buChar char=""/>
            </a:pPr>
            <a:r>
              <a:rPr lang="en-IN" sz="1500" b="0" u="none" strike="noStrike">
                <a:solidFill>
                  <a:srgbClr val="009BDD"/>
                </a:solidFill>
                <a:effectLst/>
                <a:uFillTx/>
                <a:latin typeface="Arial"/>
              </a:rPr>
              <a:t>Fourth Outline Level</a:t>
            </a:r>
            <a:endParaRPr lang="en-IN" sz="1500" b="0" u="none" strike="noStrike">
              <a:solidFill>
                <a:srgbClr val="000000"/>
              </a:solidFill>
              <a:effectLst/>
              <a:uFillTx/>
              <a:latin typeface="Arial"/>
            </a:endParaRPr>
          </a:p>
          <a:p>
            <a:pPr marL="2160000" lvl="4"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Fifth Outline Level</a:t>
            </a:r>
            <a:endParaRPr lang="en-IN" sz="1500" b="0" u="none" strike="noStrike">
              <a:solidFill>
                <a:srgbClr val="000000"/>
              </a:solidFill>
              <a:effectLst/>
              <a:uFillTx/>
              <a:latin typeface="Arial"/>
            </a:endParaRPr>
          </a:p>
          <a:p>
            <a:pPr marL="2592000" lvl="5"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Sixth Outline Level</a:t>
            </a:r>
            <a:endParaRPr lang="en-IN" sz="1500" b="0" u="none" strike="noStrike">
              <a:solidFill>
                <a:srgbClr val="000000"/>
              </a:solidFill>
              <a:effectLst/>
              <a:uFillTx/>
              <a:latin typeface="Arial"/>
            </a:endParaRPr>
          </a:p>
          <a:p>
            <a:pPr marL="3024000" lvl="6"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Seventh Outline Level</a:t>
            </a:r>
            <a:endParaRPr lang="en-IN" sz="1500" b="0" u="none" strike="noStrike">
              <a:solidFill>
                <a:srgbClr val="000000"/>
              </a:solidFill>
              <a:effectLst/>
              <a:uFillTx/>
              <a:latin typeface="Arial"/>
            </a:endParaRPr>
          </a:p>
        </p:txBody>
      </p:sp>
      <p:sp>
        <p:nvSpPr>
          <p:cNvPr id="3" name="PlaceHolder 3"/>
          <p:cNvSpPr>
            <a:spLocks noGrp="1"/>
          </p:cNvSpPr>
          <p:nvPr>
            <p:ph type="dt" idx="1"/>
          </p:nvPr>
        </p:nvSpPr>
        <p:spPr>
          <a:xfrm>
            <a:off x="360000" y="5220000"/>
            <a:ext cx="2338200" cy="358200"/>
          </a:xfrm>
          <a:prstGeom prst="rect">
            <a:avLst/>
          </a:prstGeom>
          <a:noFill/>
          <a:ln w="0">
            <a:noFill/>
          </a:ln>
        </p:spPr>
        <p:txBody>
          <a:bodyPr lIns="0" tIns="0" rIns="0" bIns="0" anchor="t">
            <a:noAutofit/>
          </a:bodyPr>
          <a:lstStyle>
            <a:lvl1pPr indent="0">
              <a:lnSpc>
                <a:spcPct val="100000"/>
              </a:lnSpc>
              <a:buNone/>
              <a:tabLst>
                <a:tab pos="0" algn="l"/>
              </a:tabLst>
              <a:defRPr lang="en-IN" sz="1400" b="0" u="none" strike="noStrike">
                <a:solidFill>
                  <a:srgbClr val="FFFFFF"/>
                </a:solidFill>
                <a:effectLst/>
                <a:uFillTx/>
                <a:latin typeface="Arial"/>
              </a:defRPr>
            </a:lvl1pPr>
          </a:lstStyle>
          <a:p>
            <a:pPr indent="0">
              <a:lnSpc>
                <a:spcPct val="100000"/>
              </a:lnSpc>
              <a:buNone/>
              <a:tabLst>
                <a:tab pos="0" algn="l"/>
              </a:tabLst>
            </a:pPr>
            <a:r>
              <a:rPr lang="en-IN" sz="1400" b="0" u="none" strike="noStrike">
                <a:solidFill>
                  <a:srgbClr val="FFFFFF"/>
                </a:solidFill>
                <a:effectLst/>
                <a:uFillTx/>
                <a:latin typeface="Arial"/>
              </a:rPr>
              <a:t>&lt;date/time&gt;</a:t>
            </a:r>
            <a:endParaRPr lang="en-IN" sz="1400" b="0" u="none" strike="noStrike">
              <a:solidFill>
                <a:srgbClr val="000000"/>
              </a:solidFill>
              <a:effectLst/>
              <a:uFillTx/>
              <a:latin typeface="Times New Roman"/>
            </a:endParaRPr>
          </a:p>
        </p:txBody>
      </p:sp>
      <p:sp>
        <p:nvSpPr>
          <p:cNvPr id="4" name="PlaceHolder 4"/>
          <p:cNvSpPr>
            <a:spLocks noGrp="1"/>
          </p:cNvSpPr>
          <p:nvPr>
            <p:ph type="ftr" idx="2"/>
          </p:nvPr>
        </p:nvSpPr>
        <p:spPr>
          <a:xfrm>
            <a:off x="3420000" y="5220000"/>
            <a:ext cx="3238200" cy="358200"/>
          </a:xfrm>
          <a:prstGeom prst="rect">
            <a:avLst/>
          </a:prstGeom>
          <a:noFill/>
          <a:ln w="0">
            <a:noFill/>
          </a:ln>
        </p:spPr>
        <p:txBody>
          <a:bodyPr lIns="0" tIns="0" rIns="0" bIns="0" anchor="t">
            <a:noAutofit/>
          </a:bodyPr>
          <a:lstStyle>
            <a:lvl1pPr indent="0" algn="ctr">
              <a:lnSpc>
                <a:spcPct val="100000"/>
              </a:lnSpc>
              <a:buNone/>
              <a:tabLst>
                <a:tab pos="0" algn="l"/>
              </a:tabLst>
              <a:defRPr lang="en-IN" sz="1400" b="0" u="none" strike="noStrike">
                <a:solidFill>
                  <a:srgbClr val="FFFFFF"/>
                </a:solidFill>
                <a:effectLst/>
                <a:uFillTx/>
                <a:latin typeface="Arial"/>
              </a:defRPr>
            </a:lvl1pPr>
          </a:lstStyle>
          <a:p>
            <a:pPr indent="0" algn="ctr">
              <a:lnSpc>
                <a:spcPct val="100000"/>
              </a:lnSpc>
              <a:buNone/>
              <a:tabLst>
                <a:tab pos="0" algn="l"/>
              </a:tabLst>
            </a:pPr>
            <a:r>
              <a:rPr lang="en-IN" sz="1400" b="0" u="none" strike="noStrike">
                <a:solidFill>
                  <a:srgbClr val="FFFFFF"/>
                </a:solidFill>
                <a:effectLst/>
                <a:uFillTx/>
                <a:latin typeface="Arial"/>
              </a:rPr>
              <a:t>&lt;footer&gt;</a:t>
            </a:r>
            <a:endParaRPr lang="en-IN" sz="1400" b="0" u="none" strike="noStrike">
              <a:solidFill>
                <a:srgbClr val="000000"/>
              </a:solidFill>
              <a:effectLst/>
              <a:uFillTx/>
              <a:latin typeface="Times New Roman"/>
            </a:endParaRPr>
          </a:p>
        </p:txBody>
      </p:sp>
      <p:sp>
        <p:nvSpPr>
          <p:cNvPr id="5" name="PlaceHolder 5"/>
          <p:cNvSpPr>
            <a:spLocks noGrp="1"/>
          </p:cNvSpPr>
          <p:nvPr>
            <p:ph type="sldNum" idx="3"/>
          </p:nvPr>
        </p:nvSpPr>
        <p:spPr>
          <a:xfrm>
            <a:off x="7380000" y="5220000"/>
            <a:ext cx="2338200" cy="358200"/>
          </a:xfrm>
          <a:prstGeom prst="rect">
            <a:avLst/>
          </a:prstGeom>
          <a:noFill/>
          <a:ln w="0">
            <a:noFill/>
          </a:ln>
        </p:spPr>
        <p:txBody>
          <a:bodyPr lIns="0" tIns="0" rIns="0" bIns="0" anchor="t">
            <a:noAutofit/>
          </a:bodyPr>
          <a:lstStyle>
            <a:lvl1pPr indent="0" algn="r">
              <a:lnSpc>
                <a:spcPct val="100000"/>
              </a:lnSpc>
              <a:buNone/>
              <a:tabLst>
                <a:tab pos="0" algn="l"/>
              </a:tabLst>
              <a:defRPr lang="en-IN" sz="1400" b="0" u="none" strike="noStrike">
                <a:solidFill>
                  <a:srgbClr val="FFFFFF"/>
                </a:solidFill>
                <a:effectLst/>
                <a:uFillTx/>
                <a:latin typeface="Arial"/>
              </a:defRPr>
            </a:lvl1pPr>
          </a:lstStyle>
          <a:p>
            <a:pPr indent="0" algn="r">
              <a:lnSpc>
                <a:spcPct val="100000"/>
              </a:lnSpc>
              <a:buNone/>
              <a:tabLst>
                <a:tab pos="0" algn="l"/>
              </a:tabLst>
            </a:pPr>
            <a:fld id="{E734C78B-5265-47CD-B2EC-4C5E9C511960}" type="slidenum">
              <a:rPr lang="en-IN" sz="1400" b="0" u="none" strike="noStrike">
                <a:solidFill>
                  <a:srgbClr val="FFFFFF"/>
                </a:solidFill>
                <a:effectLst/>
                <a:uFillTx/>
                <a:latin typeface="Arial"/>
              </a:rPr>
              <a:t>‹#›</a:t>
            </a:fld>
            <a:endParaRPr lang="en-IN" sz="14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Default">
    <p:spTree>
      <p:nvGrpSpPr>
        <p:cNvPr id="1" name=""/>
        <p:cNvGrpSpPr/>
        <p:nvPr/>
      </p:nvGrpSpPr>
      <p:grpSpPr>
        <a:xfrm>
          <a:off x="0" y="0"/>
          <a:ext cx="0" cy="0"/>
          <a:chOff x="0" y="0"/>
          <a:chExt cx="0" cy="0"/>
        </a:xfrm>
      </p:grpSpPr>
      <p:sp>
        <p:nvSpPr>
          <p:cNvPr id="6" name="Flowchart: Document 5"/>
          <p:cNvSpPr/>
          <p:nvPr/>
        </p:nvSpPr>
        <p:spPr>
          <a:xfrm flipH="1" flipV="1">
            <a:off x="-2160" y="4497840"/>
            <a:ext cx="10078200" cy="1168200"/>
          </a:xfrm>
          <a:prstGeom prst="flowChartDocumen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endParaRPr lang="en-IN" sz="1800" b="0" u="none" strike="noStrike">
              <a:solidFill>
                <a:srgbClr val="000000"/>
              </a:solidFill>
              <a:effectLst/>
              <a:uFillTx/>
              <a:latin typeface="Arial"/>
              <a:ea typeface="DejaVu Sans"/>
            </a:endParaRPr>
          </a:p>
        </p:txBody>
      </p:sp>
      <p:sp>
        <p:nvSpPr>
          <p:cNvPr id="7" name="PlaceHolder 1"/>
          <p:cNvSpPr>
            <a:spLocks noGrp="1"/>
          </p:cNvSpPr>
          <p:nvPr>
            <p:ph type="title"/>
          </p:nvPr>
        </p:nvSpPr>
        <p:spPr>
          <a:xfrm>
            <a:off x="0" y="1620000"/>
            <a:ext cx="8998200" cy="1078200"/>
          </a:xfrm>
          <a:prstGeom prst="rect">
            <a:avLst/>
          </a:prstGeom>
          <a:noFill/>
          <a:ln w="0">
            <a:noFill/>
          </a:ln>
        </p:spPr>
        <p:txBody>
          <a:bodyPr lIns="0" tIns="0" rIns="0" bIns="0" anchor="ctr">
            <a:noAutofit/>
          </a:bodyPr>
          <a:lstStyle/>
          <a:p>
            <a:pPr indent="0" algn="ctr">
              <a:lnSpc>
                <a:spcPct val="100000"/>
              </a:lnSpc>
              <a:buNone/>
              <a:tabLst>
                <a:tab pos="0" algn="l"/>
              </a:tabLst>
            </a:pPr>
            <a:r>
              <a:rPr lang="en-IN" sz="3300" b="0" u="none" strike="noStrike">
                <a:solidFill>
                  <a:srgbClr val="DD4100"/>
                </a:solidFill>
                <a:effectLst/>
                <a:uFillTx/>
                <a:latin typeface="Arial"/>
              </a:rPr>
              <a:t>Click to edit the title text format</a:t>
            </a:r>
            <a:endParaRPr lang="en-IN" sz="3300" b="0" u="none" strike="noStrike">
              <a:solidFill>
                <a:srgbClr val="000000"/>
              </a:solidFill>
              <a:effectLst/>
              <a:uFillTx/>
              <a:latin typeface="Arial"/>
            </a:endParaRPr>
          </a:p>
        </p:txBody>
      </p:sp>
      <p:sp>
        <p:nvSpPr>
          <p:cNvPr id="8" name="PlaceHolder 2"/>
          <p:cNvSpPr>
            <a:spLocks noGrp="1"/>
          </p:cNvSpPr>
          <p:nvPr>
            <p:ph type="body"/>
          </p:nvPr>
        </p:nvSpPr>
        <p:spPr>
          <a:xfrm>
            <a:off x="360000" y="2880000"/>
            <a:ext cx="9358200" cy="1618200"/>
          </a:xfrm>
          <a:prstGeom prst="rect">
            <a:avLst/>
          </a:prstGeom>
          <a:noFill/>
          <a:ln w="0">
            <a:noFill/>
          </a:ln>
        </p:spPr>
        <p:txBody>
          <a:bodyPr lIns="0" tIns="0" rIns="0" bIns="0" anchor="t">
            <a:normAutofit fontScale="85000" lnSpcReduction="19999"/>
          </a:bodyPr>
          <a:lstStyle/>
          <a:p>
            <a:pPr marL="432000" indent="-324000">
              <a:lnSpc>
                <a:spcPct val="100000"/>
              </a:lnSpc>
              <a:spcBef>
                <a:spcPts val="1060"/>
              </a:spcBef>
              <a:buClr>
                <a:srgbClr val="77CAEE"/>
              </a:buClr>
              <a:buSzPct val="45000"/>
              <a:buFont typeface="Wingdings" charset="2"/>
              <a:buChar char=""/>
            </a:pPr>
            <a:r>
              <a:rPr lang="en-IN" sz="2400" b="0" u="none" strike="noStrike">
                <a:solidFill>
                  <a:srgbClr val="009BDD"/>
                </a:solidFill>
                <a:effectLst/>
                <a:uFillTx/>
                <a:latin typeface="Arial"/>
              </a:rPr>
              <a:t>Click to edit the outline text format</a:t>
            </a:r>
            <a:endParaRPr lang="en-IN" sz="2400" b="0" u="none" strike="noStrike">
              <a:solidFill>
                <a:srgbClr val="000000"/>
              </a:solidFill>
              <a:effectLst/>
              <a:uFillTx/>
              <a:latin typeface="Arial"/>
            </a:endParaRPr>
          </a:p>
          <a:p>
            <a:pPr marL="864000" lvl="1" indent="-324000">
              <a:lnSpc>
                <a:spcPct val="100000"/>
              </a:lnSpc>
              <a:spcBef>
                <a:spcPts val="850"/>
              </a:spcBef>
              <a:buClr>
                <a:srgbClr val="77CAEE"/>
              </a:buClr>
              <a:buSzPct val="45000"/>
              <a:buFont typeface="Wingdings" charset="2"/>
              <a:buChar char=""/>
            </a:pPr>
            <a:r>
              <a:rPr lang="en-IN" sz="2100" b="0" u="none" strike="noStrike">
                <a:solidFill>
                  <a:srgbClr val="009BDD"/>
                </a:solidFill>
                <a:effectLst/>
                <a:uFillTx/>
                <a:latin typeface="Arial"/>
              </a:rPr>
              <a:t>Second Outline Level</a:t>
            </a:r>
            <a:endParaRPr lang="en-IN" sz="2100" b="0" u="none" strike="noStrike">
              <a:solidFill>
                <a:srgbClr val="000000"/>
              </a:solidFill>
              <a:effectLst/>
              <a:uFillTx/>
              <a:latin typeface="Arial"/>
            </a:endParaRPr>
          </a:p>
          <a:p>
            <a:pPr marL="1296000" lvl="2" indent="-288000">
              <a:lnSpc>
                <a:spcPct val="100000"/>
              </a:lnSpc>
              <a:spcBef>
                <a:spcPts val="635"/>
              </a:spcBef>
              <a:buClr>
                <a:srgbClr val="77CAEE"/>
              </a:buClr>
              <a:buSzPct val="45000"/>
              <a:buFont typeface="Wingdings" charset="2"/>
              <a:buChar char=""/>
            </a:pPr>
            <a:r>
              <a:rPr lang="en-IN" sz="1800" b="0" u="none" strike="noStrike">
                <a:solidFill>
                  <a:srgbClr val="009BDD"/>
                </a:solidFill>
                <a:effectLst/>
                <a:uFillTx/>
                <a:latin typeface="Arial"/>
              </a:rPr>
              <a:t>Third Outline Level</a:t>
            </a:r>
            <a:endParaRPr lang="en-IN" sz="1800" b="0" u="none" strike="noStrike">
              <a:solidFill>
                <a:srgbClr val="000000"/>
              </a:solidFill>
              <a:effectLst/>
              <a:uFillTx/>
              <a:latin typeface="Arial"/>
            </a:endParaRPr>
          </a:p>
          <a:p>
            <a:pPr marL="1728000" lvl="3" indent="-216000">
              <a:lnSpc>
                <a:spcPct val="100000"/>
              </a:lnSpc>
              <a:spcBef>
                <a:spcPts val="422"/>
              </a:spcBef>
              <a:buClr>
                <a:srgbClr val="77CAEE"/>
              </a:buClr>
              <a:buSzPct val="45000"/>
              <a:buFont typeface="Wingdings" charset="2"/>
              <a:buChar char=""/>
            </a:pPr>
            <a:r>
              <a:rPr lang="en-IN" sz="1500" b="0" u="none" strike="noStrike">
                <a:solidFill>
                  <a:srgbClr val="009BDD"/>
                </a:solidFill>
                <a:effectLst/>
                <a:uFillTx/>
                <a:latin typeface="Arial"/>
              </a:rPr>
              <a:t>Fourth Outline Level</a:t>
            </a:r>
            <a:endParaRPr lang="en-IN" sz="1500" b="0" u="none" strike="noStrike">
              <a:solidFill>
                <a:srgbClr val="000000"/>
              </a:solidFill>
              <a:effectLst/>
              <a:uFillTx/>
              <a:latin typeface="Arial"/>
            </a:endParaRPr>
          </a:p>
          <a:p>
            <a:pPr marL="2160000" lvl="4"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Fifth Outline Level</a:t>
            </a:r>
            <a:endParaRPr lang="en-IN" sz="1500" b="0" u="none" strike="noStrike">
              <a:solidFill>
                <a:srgbClr val="000000"/>
              </a:solidFill>
              <a:effectLst/>
              <a:uFillTx/>
              <a:latin typeface="Arial"/>
            </a:endParaRPr>
          </a:p>
          <a:p>
            <a:pPr marL="2592000" lvl="5"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Sixth Outline Level</a:t>
            </a:r>
            <a:endParaRPr lang="en-IN" sz="1500" b="0" u="none" strike="noStrike">
              <a:solidFill>
                <a:srgbClr val="000000"/>
              </a:solidFill>
              <a:effectLst/>
              <a:uFillTx/>
              <a:latin typeface="Arial"/>
            </a:endParaRPr>
          </a:p>
          <a:p>
            <a:pPr marL="3024000" lvl="6"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Seventh Outline Level</a:t>
            </a:r>
            <a:endParaRPr lang="en-IN" sz="1500" b="0" u="none" strike="noStrike">
              <a:solidFill>
                <a:srgbClr val="000000"/>
              </a:solidFill>
              <a:effectLst/>
              <a:uFillTx/>
              <a:latin typeface="Arial"/>
            </a:endParaRPr>
          </a:p>
        </p:txBody>
      </p:sp>
      <p:sp>
        <p:nvSpPr>
          <p:cNvPr id="9" name="PlaceHolder 3"/>
          <p:cNvSpPr>
            <a:spLocks noGrp="1"/>
          </p:cNvSpPr>
          <p:nvPr>
            <p:ph type="dt" idx="4"/>
          </p:nvPr>
        </p:nvSpPr>
        <p:spPr>
          <a:xfrm>
            <a:off x="360000" y="5220000"/>
            <a:ext cx="2338200" cy="358200"/>
          </a:xfrm>
          <a:prstGeom prst="rect">
            <a:avLst/>
          </a:prstGeom>
          <a:noFill/>
          <a:ln w="0">
            <a:noFill/>
          </a:ln>
        </p:spPr>
        <p:txBody>
          <a:bodyPr lIns="0" tIns="0" rIns="0" bIns="0" anchor="t">
            <a:noAutofit/>
          </a:bodyPr>
          <a:lstStyle>
            <a:lvl1pPr indent="0">
              <a:lnSpc>
                <a:spcPct val="100000"/>
              </a:lnSpc>
              <a:buNone/>
              <a:tabLst>
                <a:tab pos="0" algn="l"/>
              </a:tabLst>
              <a:defRPr lang="en-IN" sz="1400" b="0" u="none" strike="noStrike">
                <a:solidFill>
                  <a:srgbClr val="FFFFFF"/>
                </a:solidFill>
                <a:effectLst/>
                <a:uFillTx/>
                <a:latin typeface="Arial"/>
              </a:defRPr>
            </a:lvl1pPr>
          </a:lstStyle>
          <a:p>
            <a:pPr indent="0">
              <a:lnSpc>
                <a:spcPct val="100000"/>
              </a:lnSpc>
              <a:buNone/>
              <a:tabLst>
                <a:tab pos="0" algn="l"/>
              </a:tabLst>
            </a:pPr>
            <a:r>
              <a:rPr lang="en-IN" sz="1400" b="0" u="none" strike="noStrike">
                <a:solidFill>
                  <a:srgbClr val="FFFFFF"/>
                </a:solidFill>
                <a:effectLst/>
                <a:uFillTx/>
                <a:latin typeface="Arial"/>
              </a:rPr>
              <a:t>&lt;date/time&gt;</a:t>
            </a:r>
            <a:endParaRPr lang="en-IN" sz="1400" b="0" u="none" strike="noStrike">
              <a:solidFill>
                <a:srgbClr val="000000"/>
              </a:solidFill>
              <a:effectLst/>
              <a:uFillTx/>
              <a:latin typeface="Times New Roman"/>
            </a:endParaRPr>
          </a:p>
        </p:txBody>
      </p:sp>
      <p:sp>
        <p:nvSpPr>
          <p:cNvPr id="10" name="PlaceHolder 4"/>
          <p:cNvSpPr>
            <a:spLocks noGrp="1"/>
          </p:cNvSpPr>
          <p:nvPr>
            <p:ph type="ftr" idx="5"/>
          </p:nvPr>
        </p:nvSpPr>
        <p:spPr>
          <a:xfrm>
            <a:off x="3420000" y="5220000"/>
            <a:ext cx="3238200" cy="358200"/>
          </a:xfrm>
          <a:prstGeom prst="rect">
            <a:avLst/>
          </a:prstGeom>
          <a:noFill/>
          <a:ln w="0">
            <a:noFill/>
          </a:ln>
        </p:spPr>
        <p:txBody>
          <a:bodyPr lIns="0" tIns="0" rIns="0" bIns="0" anchor="t">
            <a:noAutofit/>
          </a:bodyPr>
          <a:lstStyle>
            <a:lvl1pPr indent="0" algn="ctr">
              <a:lnSpc>
                <a:spcPct val="100000"/>
              </a:lnSpc>
              <a:buNone/>
              <a:tabLst>
                <a:tab pos="0" algn="l"/>
              </a:tabLst>
              <a:defRPr lang="en-IN" sz="1400" b="0" u="none" strike="noStrike">
                <a:solidFill>
                  <a:srgbClr val="FFFFFF"/>
                </a:solidFill>
                <a:effectLst/>
                <a:uFillTx/>
                <a:latin typeface="Arial"/>
              </a:defRPr>
            </a:lvl1pPr>
          </a:lstStyle>
          <a:p>
            <a:pPr indent="0" algn="ctr">
              <a:lnSpc>
                <a:spcPct val="100000"/>
              </a:lnSpc>
              <a:buNone/>
              <a:tabLst>
                <a:tab pos="0" algn="l"/>
              </a:tabLst>
            </a:pPr>
            <a:r>
              <a:rPr lang="en-IN" sz="1400" b="0" u="none" strike="noStrike">
                <a:solidFill>
                  <a:srgbClr val="FFFFFF"/>
                </a:solidFill>
                <a:effectLst/>
                <a:uFillTx/>
                <a:latin typeface="Arial"/>
              </a:rPr>
              <a:t>&lt;footer&gt;</a:t>
            </a:r>
            <a:endParaRPr lang="en-IN"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7380000" y="5220000"/>
            <a:ext cx="2338200" cy="358200"/>
          </a:xfrm>
          <a:prstGeom prst="rect">
            <a:avLst/>
          </a:prstGeom>
          <a:noFill/>
          <a:ln w="0">
            <a:noFill/>
          </a:ln>
        </p:spPr>
        <p:txBody>
          <a:bodyPr lIns="0" tIns="0" rIns="0" bIns="0" anchor="t">
            <a:noAutofit/>
          </a:bodyPr>
          <a:lstStyle>
            <a:lvl1pPr indent="0" algn="r">
              <a:lnSpc>
                <a:spcPct val="100000"/>
              </a:lnSpc>
              <a:buNone/>
              <a:tabLst>
                <a:tab pos="0" algn="l"/>
              </a:tabLst>
              <a:defRPr lang="en-IN" sz="1400" b="0" u="none" strike="noStrike">
                <a:solidFill>
                  <a:srgbClr val="FFFFFF"/>
                </a:solidFill>
                <a:effectLst/>
                <a:uFillTx/>
                <a:latin typeface="Arial"/>
              </a:defRPr>
            </a:lvl1pPr>
          </a:lstStyle>
          <a:p>
            <a:pPr indent="0" algn="r">
              <a:lnSpc>
                <a:spcPct val="100000"/>
              </a:lnSpc>
              <a:buNone/>
              <a:tabLst>
                <a:tab pos="0" algn="l"/>
              </a:tabLst>
            </a:pPr>
            <a:fld id="{20844B54-C8BE-43EC-87B4-F238F41D501E}" type="slidenum">
              <a:rPr lang="en-IN" sz="1400" b="0" u="none" strike="noStrike">
                <a:solidFill>
                  <a:srgbClr val="FFFFFF"/>
                </a:solidFill>
                <a:effectLst/>
                <a:uFillTx/>
                <a:latin typeface="Arial"/>
              </a:rPr>
              <a:t>‹#›</a:t>
            </a:fld>
            <a:endParaRPr lang="en-IN" sz="14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Blue_Curve1">
    <p:spTree>
      <p:nvGrpSpPr>
        <p:cNvPr id="1" name=""/>
        <p:cNvGrpSpPr/>
        <p:nvPr/>
      </p:nvGrpSpPr>
      <p:grpSpPr>
        <a:xfrm>
          <a:off x="0" y="0"/>
          <a:ext cx="0" cy="0"/>
          <a:chOff x="0" y="0"/>
          <a:chExt cx="0" cy="0"/>
        </a:xfrm>
      </p:grpSpPr>
      <p:sp>
        <p:nvSpPr>
          <p:cNvPr id="12" name="Rectangle 11"/>
          <p:cNvSpPr/>
          <p:nvPr/>
        </p:nvSpPr>
        <p:spPr>
          <a:xfrm>
            <a:off x="0" y="0"/>
            <a:ext cx="10074960" cy="71820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endParaRPr lang="en-IN" sz="1800" b="0" u="none" strike="noStrike">
              <a:solidFill>
                <a:srgbClr val="000000"/>
              </a:solidFill>
              <a:effectLst/>
              <a:uFillTx/>
              <a:latin typeface="Arial"/>
              <a:ea typeface="DejaVu Sans"/>
            </a:endParaRPr>
          </a:p>
        </p:txBody>
      </p:sp>
      <p:sp>
        <p:nvSpPr>
          <p:cNvPr id="13" name="Rectangle 12"/>
          <p:cNvSpPr/>
          <p:nvPr/>
        </p:nvSpPr>
        <p:spPr>
          <a:xfrm>
            <a:off x="3240" y="5040000"/>
            <a:ext cx="10074960" cy="62964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endParaRPr lang="en-IN" sz="1800" b="0" u="none" strike="noStrike">
              <a:solidFill>
                <a:srgbClr val="000000"/>
              </a:solidFill>
              <a:effectLst/>
              <a:uFillTx/>
              <a:latin typeface="Arial"/>
              <a:ea typeface="DejaVu Sans"/>
            </a:endParaRPr>
          </a:p>
        </p:txBody>
      </p:sp>
      <p:sp>
        <p:nvSpPr>
          <p:cNvPr id="14" name="PlaceHolder 1"/>
          <p:cNvSpPr>
            <a:spLocks noGrp="1"/>
          </p:cNvSpPr>
          <p:nvPr>
            <p:ph type="title"/>
          </p:nvPr>
        </p:nvSpPr>
        <p:spPr>
          <a:xfrm>
            <a:off x="360000" y="180000"/>
            <a:ext cx="9358200" cy="476280"/>
          </a:xfrm>
          <a:prstGeom prst="rect">
            <a:avLst/>
          </a:prstGeom>
          <a:noFill/>
          <a:ln w="0">
            <a:noFill/>
          </a:ln>
        </p:spPr>
        <p:txBody>
          <a:bodyPr lIns="0" tIns="0" rIns="0" bIns="0" anchor="ctr">
            <a:noAutofit/>
          </a:bodyPr>
          <a:lstStyle/>
          <a:p>
            <a:pPr indent="0" algn="ctr">
              <a:lnSpc>
                <a:spcPct val="100000"/>
              </a:lnSpc>
              <a:buNone/>
              <a:tabLst>
                <a:tab pos="0" algn="l"/>
              </a:tabLst>
            </a:pPr>
            <a:r>
              <a:rPr lang="en-IN" sz="3300" b="0" u="none" strike="noStrike">
                <a:solidFill>
                  <a:srgbClr val="EEEEEE"/>
                </a:solidFill>
                <a:effectLst/>
                <a:uFillTx/>
                <a:latin typeface="Arial"/>
              </a:rPr>
              <a:t>Click to edit the title text format</a:t>
            </a:r>
            <a:endParaRPr lang="en-IN" sz="3300" b="0" u="none" strike="noStrike">
              <a:solidFill>
                <a:srgbClr val="000000"/>
              </a:solidFill>
              <a:effectLst/>
              <a:uFillTx/>
              <a:latin typeface="Arial"/>
            </a:endParaRPr>
          </a:p>
        </p:txBody>
      </p:sp>
      <p:sp>
        <p:nvSpPr>
          <p:cNvPr id="15" name="PlaceHolder 2"/>
          <p:cNvSpPr>
            <a:spLocks noGrp="1"/>
          </p:cNvSpPr>
          <p:nvPr>
            <p:ph type="body"/>
          </p:nvPr>
        </p:nvSpPr>
        <p:spPr>
          <a:xfrm>
            <a:off x="360000" y="1080000"/>
            <a:ext cx="9358200" cy="3598200"/>
          </a:xfrm>
          <a:prstGeom prst="rect">
            <a:avLst/>
          </a:prstGeom>
          <a:noFill/>
          <a:ln w="0">
            <a:noFill/>
          </a:ln>
        </p:spPr>
        <p:txBody>
          <a:bodyPr lIns="0" tIns="0" rIns="0" bIns="0" anchor="t">
            <a:noAutofit/>
          </a:bodyPr>
          <a:lstStyle/>
          <a:p>
            <a:pPr marL="432000" indent="-324000">
              <a:lnSpc>
                <a:spcPct val="100000"/>
              </a:lnSpc>
              <a:spcBef>
                <a:spcPts val="1060"/>
              </a:spcBef>
              <a:buClr>
                <a:srgbClr val="77CAEE"/>
              </a:buClr>
              <a:buSzPct val="45000"/>
              <a:buFont typeface="Wingdings" charset="2"/>
              <a:buChar char=""/>
            </a:pPr>
            <a:r>
              <a:rPr lang="en-IN" sz="2400" b="0" u="none" strike="noStrike">
                <a:solidFill>
                  <a:srgbClr val="009BDD"/>
                </a:solidFill>
                <a:effectLst/>
                <a:uFillTx/>
                <a:latin typeface="Arial"/>
              </a:rPr>
              <a:t>Click to edit the outline text format</a:t>
            </a:r>
            <a:endParaRPr lang="en-IN" sz="2400" b="0" u="none" strike="noStrike">
              <a:solidFill>
                <a:srgbClr val="000000"/>
              </a:solidFill>
              <a:effectLst/>
              <a:uFillTx/>
              <a:latin typeface="Arial"/>
            </a:endParaRPr>
          </a:p>
          <a:p>
            <a:pPr marL="864000" lvl="1" indent="-324000">
              <a:lnSpc>
                <a:spcPct val="100000"/>
              </a:lnSpc>
              <a:spcBef>
                <a:spcPts val="850"/>
              </a:spcBef>
              <a:buClr>
                <a:srgbClr val="77CAEE"/>
              </a:buClr>
              <a:buSzPct val="45000"/>
              <a:buFont typeface="Wingdings" charset="2"/>
              <a:buChar char=""/>
            </a:pPr>
            <a:r>
              <a:rPr lang="en-IN" sz="2100" b="0" u="none" strike="noStrike">
                <a:solidFill>
                  <a:srgbClr val="009BDD"/>
                </a:solidFill>
                <a:effectLst/>
                <a:uFillTx/>
                <a:latin typeface="Arial"/>
              </a:rPr>
              <a:t>Second Outline Level</a:t>
            </a:r>
            <a:endParaRPr lang="en-IN" sz="2100" b="0" u="none" strike="noStrike">
              <a:solidFill>
                <a:srgbClr val="000000"/>
              </a:solidFill>
              <a:effectLst/>
              <a:uFillTx/>
              <a:latin typeface="Arial"/>
            </a:endParaRPr>
          </a:p>
          <a:p>
            <a:pPr marL="1296000" lvl="2" indent="-288000">
              <a:lnSpc>
                <a:spcPct val="100000"/>
              </a:lnSpc>
              <a:spcBef>
                <a:spcPts val="635"/>
              </a:spcBef>
              <a:buClr>
                <a:srgbClr val="77CAEE"/>
              </a:buClr>
              <a:buSzPct val="45000"/>
              <a:buFont typeface="Wingdings" charset="2"/>
              <a:buChar char=""/>
            </a:pPr>
            <a:r>
              <a:rPr lang="en-IN" sz="1800" b="0" u="none" strike="noStrike">
                <a:solidFill>
                  <a:srgbClr val="009BDD"/>
                </a:solidFill>
                <a:effectLst/>
                <a:uFillTx/>
                <a:latin typeface="Arial"/>
              </a:rPr>
              <a:t>Third Outline Level</a:t>
            </a:r>
            <a:endParaRPr lang="en-IN" sz="1800" b="0" u="none" strike="noStrike">
              <a:solidFill>
                <a:srgbClr val="000000"/>
              </a:solidFill>
              <a:effectLst/>
              <a:uFillTx/>
              <a:latin typeface="Arial"/>
            </a:endParaRPr>
          </a:p>
          <a:p>
            <a:pPr marL="1728000" lvl="3" indent="-216000">
              <a:lnSpc>
                <a:spcPct val="100000"/>
              </a:lnSpc>
              <a:spcBef>
                <a:spcPts val="422"/>
              </a:spcBef>
              <a:buClr>
                <a:srgbClr val="77CAEE"/>
              </a:buClr>
              <a:buSzPct val="45000"/>
              <a:buFont typeface="Wingdings" charset="2"/>
              <a:buChar char=""/>
            </a:pPr>
            <a:r>
              <a:rPr lang="en-IN" sz="1500" b="0" u="none" strike="noStrike">
                <a:solidFill>
                  <a:srgbClr val="009BDD"/>
                </a:solidFill>
                <a:effectLst/>
                <a:uFillTx/>
                <a:latin typeface="Arial"/>
              </a:rPr>
              <a:t>Fourth Outline Level</a:t>
            </a:r>
            <a:endParaRPr lang="en-IN" sz="1500" b="0" u="none" strike="noStrike">
              <a:solidFill>
                <a:srgbClr val="000000"/>
              </a:solidFill>
              <a:effectLst/>
              <a:uFillTx/>
              <a:latin typeface="Arial"/>
            </a:endParaRPr>
          </a:p>
          <a:p>
            <a:pPr marL="2160000" lvl="4"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Fifth Outline Level</a:t>
            </a:r>
            <a:endParaRPr lang="en-IN" sz="1500" b="0" u="none" strike="noStrike">
              <a:solidFill>
                <a:srgbClr val="000000"/>
              </a:solidFill>
              <a:effectLst/>
              <a:uFillTx/>
              <a:latin typeface="Arial"/>
            </a:endParaRPr>
          </a:p>
          <a:p>
            <a:pPr marL="2592000" lvl="5"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Sixth Outline Level</a:t>
            </a:r>
            <a:endParaRPr lang="en-IN" sz="1500" b="0" u="none" strike="noStrike">
              <a:solidFill>
                <a:srgbClr val="000000"/>
              </a:solidFill>
              <a:effectLst/>
              <a:uFillTx/>
              <a:latin typeface="Arial"/>
            </a:endParaRPr>
          </a:p>
          <a:p>
            <a:pPr marL="3024000" lvl="6"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Seventh Outline Level</a:t>
            </a:r>
            <a:endParaRPr lang="en-IN" sz="1500" b="0" u="none" strike="noStrike">
              <a:solidFill>
                <a:srgbClr val="000000"/>
              </a:solidFill>
              <a:effectLst/>
              <a:uFillTx/>
              <a:latin typeface="Arial"/>
            </a:endParaRPr>
          </a:p>
        </p:txBody>
      </p:sp>
      <p:sp>
        <p:nvSpPr>
          <p:cNvPr id="16" name="PlaceHolder 3"/>
          <p:cNvSpPr>
            <a:spLocks noGrp="1"/>
          </p:cNvSpPr>
          <p:nvPr>
            <p:ph type="dt" idx="7"/>
          </p:nvPr>
        </p:nvSpPr>
        <p:spPr>
          <a:xfrm>
            <a:off x="360000" y="5220000"/>
            <a:ext cx="2338200" cy="358200"/>
          </a:xfrm>
          <a:prstGeom prst="rect">
            <a:avLst/>
          </a:prstGeom>
          <a:noFill/>
          <a:ln w="0">
            <a:noFill/>
          </a:ln>
        </p:spPr>
        <p:txBody>
          <a:bodyPr lIns="0" tIns="0" rIns="0" bIns="0" anchor="t">
            <a:noAutofit/>
          </a:bodyPr>
          <a:lstStyle>
            <a:lvl1pPr indent="0">
              <a:lnSpc>
                <a:spcPct val="100000"/>
              </a:lnSpc>
              <a:buNone/>
              <a:tabLst>
                <a:tab pos="0" algn="l"/>
              </a:tabLst>
              <a:defRPr lang="en-IN" sz="1400" b="0" u="none" strike="noStrike">
                <a:solidFill>
                  <a:srgbClr val="FFFFFF"/>
                </a:solidFill>
                <a:effectLst/>
                <a:uFillTx/>
                <a:latin typeface="Arial"/>
              </a:defRPr>
            </a:lvl1pPr>
          </a:lstStyle>
          <a:p>
            <a:pPr indent="0">
              <a:lnSpc>
                <a:spcPct val="100000"/>
              </a:lnSpc>
              <a:buNone/>
              <a:tabLst>
                <a:tab pos="0" algn="l"/>
              </a:tabLst>
            </a:pPr>
            <a:r>
              <a:rPr lang="en-IN" sz="1400" b="0" u="none" strike="noStrike">
                <a:solidFill>
                  <a:srgbClr val="FFFFFF"/>
                </a:solidFill>
                <a:effectLst/>
                <a:uFillTx/>
                <a:latin typeface="Arial"/>
              </a:rPr>
              <a:t>&lt;date/time&gt;</a:t>
            </a:r>
            <a:endParaRPr lang="en-IN" sz="1400" b="0" u="none" strike="noStrike">
              <a:solidFill>
                <a:srgbClr val="000000"/>
              </a:solidFill>
              <a:effectLst/>
              <a:uFillTx/>
              <a:latin typeface="Times New Roman"/>
            </a:endParaRPr>
          </a:p>
        </p:txBody>
      </p:sp>
      <p:sp>
        <p:nvSpPr>
          <p:cNvPr id="17" name="PlaceHolder 4"/>
          <p:cNvSpPr>
            <a:spLocks noGrp="1"/>
          </p:cNvSpPr>
          <p:nvPr>
            <p:ph type="ftr" idx="8"/>
          </p:nvPr>
        </p:nvSpPr>
        <p:spPr>
          <a:xfrm>
            <a:off x="3420000" y="5220000"/>
            <a:ext cx="3238200" cy="358200"/>
          </a:xfrm>
          <a:prstGeom prst="rect">
            <a:avLst/>
          </a:prstGeom>
          <a:noFill/>
          <a:ln w="0">
            <a:noFill/>
          </a:ln>
        </p:spPr>
        <p:txBody>
          <a:bodyPr lIns="0" tIns="0" rIns="0" bIns="0" anchor="t">
            <a:noAutofit/>
          </a:bodyPr>
          <a:lstStyle>
            <a:lvl1pPr indent="0" algn="ctr">
              <a:lnSpc>
                <a:spcPct val="100000"/>
              </a:lnSpc>
              <a:buNone/>
              <a:tabLst>
                <a:tab pos="0" algn="l"/>
              </a:tabLst>
              <a:defRPr lang="en-IN" sz="1400" b="0" u="none" strike="noStrike">
                <a:solidFill>
                  <a:srgbClr val="FFFFFF"/>
                </a:solidFill>
                <a:effectLst/>
                <a:uFillTx/>
                <a:latin typeface="Arial"/>
              </a:defRPr>
            </a:lvl1pPr>
          </a:lstStyle>
          <a:p>
            <a:pPr indent="0" algn="ctr">
              <a:lnSpc>
                <a:spcPct val="100000"/>
              </a:lnSpc>
              <a:buNone/>
              <a:tabLst>
                <a:tab pos="0" algn="l"/>
              </a:tabLst>
            </a:pPr>
            <a:r>
              <a:rPr lang="en-IN" sz="1400" b="0" u="none" strike="noStrike">
                <a:solidFill>
                  <a:srgbClr val="FFFFFF"/>
                </a:solidFill>
                <a:effectLst/>
                <a:uFillTx/>
                <a:latin typeface="Arial"/>
              </a:rPr>
              <a:t>&lt;footer&gt;</a:t>
            </a:r>
            <a:endParaRPr lang="en-IN" sz="1400" b="0" u="none" strike="noStrike">
              <a:solidFill>
                <a:srgbClr val="000000"/>
              </a:solidFill>
              <a:effectLst/>
              <a:uFillTx/>
              <a:latin typeface="Times New Roman"/>
            </a:endParaRPr>
          </a:p>
        </p:txBody>
      </p:sp>
      <p:sp>
        <p:nvSpPr>
          <p:cNvPr id="18" name="PlaceHolder 5"/>
          <p:cNvSpPr>
            <a:spLocks noGrp="1"/>
          </p:cNvSpPr>
          <p:nvPr>
            <p:ph type="sldNum" idx="9"/>
          </p:nvPr>
        </p:nvSpPr>
        <p:spPr>
          <a:xfrm>
            <a:off x="7380000" y="5220000"/>
            <a:ext cx="2338200" cy="358200"/>
          </a:xfrm>
          <a:prstGeom prst="rect">
            <a:avLst/>
          </a:prstGeom>
          <a:noFill/>
          <a:ln w="0">
            <a:noFill/>
          </a:ln>
        </p:spPr>
        <p:txBody>
          <a:bodyPr lIns="0" tIns="0" rIns="0" bIns="0" anchor="t">
            <a:noAutofit/>
          </a:bodyPr>
          <a:lstStyle>
            <a:lvl1pPr indent="0" algn="r">
              <a:lnSpc>
                <a:spcPct val="100000"/>
              </a:lnSpc>
              <a:buNone/>
              <a:tabLst>
                <a:tab pos="0" algn="l"/>
              </a:tabLst>
              <a:defRPr lang="en-IN" sz="1400" b="0" u="none" strike="noStrike">
                <a:solidFill>
                  <a:srgbClr val="FFFFFF"/>
                </a:solidFill>
                <a:effectLst/>
                <a:uFillTx/>
                <a:latin typeface="Arial"/>
              </a:defRPr>
            </a:lvl1pPr>
          </a:lstStyle>
          <a:p>
            <a:pPr indent="0" algn="r">
              <a:lnSpc>
                <a:spcPct val="100000"/>
              </a:lnSpc>
              <a:buNone/>
              <a:tabLst>
                <a:tab pos="0" algn="l"/>
              </a:tabLst>
            </a:pPr>
            <a:fld id="{ED2F9234-6FE3-4EAC-B507-2663EED3A088}" type="slidenum">
              <a:rPr lang="en-IN" sz="1400" b="0" u="none" strike="noStrike">
                <a:solidFill>
                  <a:srgbClr val="FFFFFF"/>
                </a:solidFill>
                <a:effectLst/>
                <a:uFillTx/>
                <a:latin typeface="Arial"/>
              </a:rPr>
              <a:t>‹#›</a:t>
            </a:fld>
            <a:endParaRPr lang="en-IN" sz="14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Blue_Curve1_">
    <p:spTree>
      <p:nvGrpSpPr>
        <p:cNvPr id="1" name=""/>
        <p:cNvGrpSpPr/>
        <p:nvPr/>
      </p:nvGrpSpPr>
      <p:grpSpPr>
        <a:xfrm>
          <a:off x="0" y="0"/>
          <a:ext cx="0" cy="0"/>
          <a:chOff x="0" y="0"/>
          <a:chExt cx="0" cy="0"/>
        </a:xfrm>
      </p:grpSpPr>
      <p:sp>
        <p:nvSpPr>
          <p:cNvPr id="19" name="Rectangle 18"/>
          <p:cNvSpPr/>
          <p:nvPr/>
        </p:nvSpPr>
        <p:spPr>
          <a:xfrm>
            <a:off x="0" y="0"/>
            <a:ext cx="10074960" cy="71820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endParaRPr lang="en-IN" sz="1800" b="0" u="none" strike="noStrike">
              <a:solidFill>
                <a:srgbClr val="000000"/>
              </a:solidFill>
              <a:effectLst/>
              <a:uFillTx/>
              <a:latin typeface="Arial"/>
              <a:ea typeface="DejaVu Sans"/>
            </a:endParaRPr>
          </a:p>
        </p:txBody>
      </p:sp>
      <p:sp>
        <p:nvSpPr>
          <p:cNvPr id="20" name="Rectangle 19"/>
          <p:cNvSpPr/>
          <p:nvPr/>
        </p:nvSpPr>
        <p:spPr>
          <a:xfrm>
            <a:off x="3240" y="5040000"/>
            <a:ext cx="10074960" cy="62964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endParaRPr lang="en-IN" sz="1800" b="0" u="none" strike="noStrike">
              <a:solidFill>
                <a:srgbClr val="000000"/>
              </a:solidFill>
              <a:effectLst/>
              <a:uFillTx/>
              <a:latin typeface="Arial"/>
              <a:ea typeface="DejaVu Sans"/>
            </a:endParaRPr>
          </a:p>
        </p:txBody>
      </p:sp>
      <p:sp>
        <p:nvSpPr>
          <p:cNvPr id="21" name="PlaceHolder 1"/>
          <p:cNvSpPr>
            <a:spLocks noGrp="1"/>
          </p:cNvSpPr>
          <p:nvPr>
            <p:ph type="title"/>
          </p:nvPr>
        </p:nvSpPr>
        <p:spPr>
          <a:xfrm>
            <a:off x="360000" y="180000"/>
            <a:ext cx="9358200" cy="476280"/>
          </a:xfrm>
          <a:prstGeom prst="rect">
            <a:avLst/>
          </a:prstGeom>
          <a:noFill/>
          <a:ln w="0">
            <a:noFill/>
          </a:ln>
        </p:spPr>
        <p:txBody>
          <a:bodyPr lIns="0" tIns="0" rIns="0" bIns="0" anchor="ctr">
            <a:noAutofit/>
          </a:bodyPr>
          <a:lstStyle/>
          <a:p>
            <a:pPr indent="0" algn="ctr">
              <a:lnSpc>
                <a:spcPct val="100000"/>
              </a:lnSpc>
              <a:buNone/>
              <a:tabLst>
                <a:tab pos="0" algn="l"/>
              </a:tabLst>
            </a:pPr>
            <a:r>
              <a:rPr lang="en-IN" sz="3300" b="0" u="none" strike="noStrike">
                <a:solidFill>
                  <a:srgbClr val="EEEEEE"/>
                </a:solidFill>
                <a:effectLst/>
                <a:uFillTx/>
                <a:latin typeface="Arial"/>
              </a:rPr>
              <a:t>Click to edit the title text format</a:t>
            </a:r>
            <a:endParaRPr lang="en-IN" sz="3300" b="0" u="none" strike="noStrike">
              <a:solidFill>
                <a:srgbClr val="000000"/>
              </a:solidFill>
              <a:effectLst/>
              <a:uFillTx/>
              <a:latin typeface="Arial"/>
            </a:endParaRPr>
          </a:p>
        </p:txBody>
      </p:sp>
      <p:sp>
        <p:nvSpPr>
          <p:cNvPr id="22" name="PlaceHolder 2"/>
          <p:cNvSpPr>
            <a:spLocks noGrp="1"/>
          </p:cNvSpPr>
          <p:nvPr>
            <p:ph type="body"/>
          </p:nvPr>
        </p:nvSpPr>
        <p:spPr>
          <a:xfrm>
            <a:off x="360000" y="1080000"/>
            <a:ext cx="9358200" cy="3598200"/>
          </a:xfrm>
          <a:prstGeom prst="rect">
            <a:avLst/>
          </a:prstGeom>
          <a:noFill/>
          <a:ln w="0">
            <a:noFill/>
          </a:ln>
        </p:spPr>
        <p:txBody>
          <a:bodyPr lIns="0" tIns="0" rIns="0" bIns="0" anchor="t">
            <a:noAutofit/>
          </a:bodyPr>
          <a:lstStyle/>
          <a:p>
            <a:pPr marL="432000" indent="-324000">
              <a:lnSpc>
                <a:spcPct val="100000"/>
              </a:lnSpc>
              <a:spcBef>
                <a:spcPts val="1060"/>
              </a:spcBef>
              <a:buClr>
                <a:srgbClr val="77CAEE"/>
              </a:buClr>
              <a:buSzPct val="45000"/>
              <a:buFont typeface="Wingdings" charset="2"/>
              <a:buChar char=""/>
            </a:pPr>
            <a:r>
              <a:rPr lang="en-IN" sz="2400" b="0" u="none" strike="noStrike">
                <a:solidFill>
                  <a:srgbClr val="009BDD"/>
                </a:solidFill>
                <a:effectLst/>
                <a:uFillTx/>
                <a:latin typeface="Arial"/>
              </a:rPr>
              <a:t>Click to edit the outline text format</a:t>
            </a:r>
            <a:endParaRPr lang="en-IN" sz="2400" b="0" u="none" strike="noStrike">
              <a:solidFill>
                <a:srgbClr val="000000"/>
              </a:solidFill>
              <a:effectLst/>
              <a:uFillTx/>
              <a:latin typeface="Arial"/>
            </a:endParaRPr>
          </a:p>
          <a:p>
            <a:pPr marL="864000" lvl="1" indent="-324000">
              <a:lnSpc>
                <a:spcPct val="100000"/>
              </a:lnSpc>
              <a:spcBef>
                <a:spcPts val="850"/>
              </a:spcBef>
              <a:buClr>
                <a:srgbClr val="77CAEE"/>
              </a:buClr>
              <a:buSzPct val="45000"/>
              <a:buFont typeface="Wingdings" charset="2"/>
              <a:buChar char=""/>
            </a:pPr>
            <a:r>
              <a:rPr lang="en-IN" sz="2100" b="0" u="none" strike="noStrike">
                <a:solidFill>
                  <a:srgbClr val="009BDD"/>
                </a:solidFill>
                <a:effectLst/>
                <a:uFillTx/>
                <a:latin typeface="Arial"/>
              </a:rPr>
              <a:t>Second Outline Level</a:t>
            </a:r>
            <a:endParaRPr lang="en-IN" sz="2100" b="0" u="none" strike="noStrike">
              <a:solidFill>
                <a:srgbClr val="000000"/>
              </a:solidFill>
              <a:effectLst/>
              <a:uFillTx/>
              <a:latin typeface="Arial"/>
            </a:endParaRPr>
          </a:p>
          <a:p>
            <a:pPr marL="1296000" lvl="2" indent="-288000">
              <a:lnSpc>
                <a:spcPct val="100000"/>
              </a:lnSpc>
              <a:spcBef>
                <a:spcPts val="635"/>
              </a:spcBef>
              <a:buClr>
                <a:srgbClr val="77CAEE"/>
              </a:buClr>
              <a:buSzPct val="45000"/>
              <a:buFont typeface="Wingdings" charset="2"/>
              <a:buChar char=""/>
            </a:pPr>
            <a:r>
              <a:rPr lang="en-IN" sz="1800" b="0" u="none" strike="noStrike">
                <a:solidFill>
                  <a:srgbClr val="009BDD"/>
                </a:solidFill>
                <a:effectLst/>
                <a:uFillTx/>
                <a:latin typeface="Arial"/>
              </a:rPr>
              <a:t>Third Outline Level</a:t>
            </a:r>
            <a:endParaRPr lang="en-IN" sz="1800" b="0" u="none" strike="noStrike">
              <a:solidFill>
                <a:srgbClr val="000000"/>
              </a:solidFill>
              <a:effectLst/>
              <a:uFillTx/>
              <a:latin typeface="Arial"/>
            </a:endParaRPr>
          </a:p>
          <a:p>
            <a:pPr marL="1728000" lvl="3" indent="-216000">
              <a:lnSpc>
                <a:spcPct val="100000"/>
              </a:lnSpc>
              <a:spcBef>
                <a:spcPts val="422"/>
              </a:spcBef>
              <a:buClr>
                <a:srgbClr val="77CAEE"/>
              </a:buClr>
              <a:buSzPct val="45000"/>
              <a:buFont typeface="Wingdings" charset="2"/>
              <a:buChar char=""/>
            </a:pPr>
            <a:r>
              <a:rPr lang="en-IN" sz="1500" b="0" u="none" strike="noStrike">
                <a:solidFill>
                  <a:srgbClr val="009BDD"/>
                </a:solidFill>
                <a:effectLst/>
                <a:uFillTx/>
                <a:latin typeface="Arial"/>
              </a:rPr>
              <a:t>Fourth Outline Level</a:t>
            </a:r>
            <a:endParaRPr lang="en-IN" sz="1500" b="0" u="none" strike="noStrike">
              <a:solidFill>
                <a:srgbClr val="000000"/>
              </a:solidFill>
              <a:effectLst/>
              <a:uFillTx/>
              <a:latin typeface="Arial"/>
            </a:endParaRPr>
          </a:p>
          <a:p>
            <a:pPr marL="2160000" lvl="4"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Fifth Outline Level</a:t>
            </a:r>
            <a:endParaRPr lang="en-IN" sz="1500" b="0" u="none" strike="noStrike">
              <a:solidFill>
                <a:srgbClr val="000000"/>
              </a:solidFill>
              <a:effectLst/>
              <a:uFillTx/>
              <a:latin typeface="Arial"/>
            </a:endParaRPr>
          </a:p>
          <a:p>
            <a:pPr marL="2592000" lvl="5"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Sixth Outline Level</a:t>
            </a:r>
            <a:endParaRPr lang="en-IN" sz="1500" b="0" u="none" strike="noStrike">
              <a:solidFill>
                <a:srgbClr val="000000"/>
              </a:solidFill>
              <a:effectLst/>
              <a:uFillTx/>
              <a:latin typeface="Arial"/>
            </a:endParaRPr>
          </a:p>
          <a:p>
            <a:pPr marL="3024000" lvl="6"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Seventh Outline Level</a:t>
            </a:r>
            <a:endParaRPr lang="en-IN" sz="1500" b="0" u="none" strike="noStrike">
              <a:solidFill>
                <a:srgbClr val="000000"/>
              </a:solidFill>
              <a:effectLst/>
              <a:uFillTx/>
              <a:latin typeface="Arial"/>
            </a:endParaRPr>
          </a:p>
        </p:txBody>
      </p:sp>
      <p:sp>
        <p:nvSpPr>
          <p:cNvPr id="23" name="PlaceHolder 3"/>
          <p:cNvSpPr>
            <a:spLocks noGrp="1"/>
          </p:cNvSpPr>
          <p:nvPr>
            <p:ph type="dt" idx="10"/>
          </p:nvPr>
        </p:nvSpPr>
        <p:spPr>
          <a:xfrm>
            <a:off x="360000" y="5220000"/>
            <a:ext cx="2338200" cy="358200"/>
          </a:xfrm>
          <a:prstGeom prst="rect">
            <a:avLst/>
          </a:prstGeom>
          <a:noFill/>
          <a:ln w="0">
            <a:noFill/>
          </a:ln>
        </p:spPr>
        <p:txBody>
          <a:bodyPr lIns="0" tIns="0" rIns="0" bIns="0" anchor="t">
            <a:noAutofit/>
          </a:bodyPr>
          <a:lstStyle>
            <a:lvl1pPr indent="0">
              <a:lnSpc>
                <a:spcPct val="100000"/>
              </a:lnSpc>
              <a:buNone/>
              <a:tabLst>
                <a:tab pos="0" algn="l"/>
              </a:tabLst>
              <a:defRPr lang="en-IN" sz="1400" b="0" u="none" strike="noStrike">
                <a:solidFill>
                  <a:srgbClr val="FFFFFF"/>
                </a:solidFill>
                <a:effectLst/>
                <a:uFillTx/>
                <a:latin typeface="Arial"/>
              </a:defRPr>
            </a:lvl1pPr>
          </a:lstStyle>
          <a:p>
            <a:pPr indent="0">
              <a:lnSpc>
                <a:spcPct val="100000"/>
              </a:lnSpc>
              <a:buNone/>
              <a:tabLst>
                <a:tab pos="0" algn="l"/>
              </a:tabLst>
            </a:pPr>
            <a:r>
              <a:rPr lang="en-IN" sz="1400" b="0" u="none" strike="noStrike">
                <a:solidFill>
                  <a:srgbClr val="FFFFFF"/>
                </a:solidFill>
                <a:effectLst/>
                <a:uFillTx/>
                <a:latin typeface="Arial"/>
              </a:rPr>
              <a:t>&lt;date/time&gt;</a:t>
            </a:r>
            <a:endParaRPr lang="en-IN" sz="1400" b="0" u="none" strike="noStrike">
              <a:solidFill>
                <a:srgbClr val="000000"/>
              </a:solidFill>
              <a:effectLst/>
              <a:uFillTx/>
              <a:latin typeface="Times New Roman"/>
            </a:endParaRPr>
          </a:p>
        </p:txBody>
      </p:sp>
      <p:sp>
        <p:nvSpPr>
          <p:cNvPr id="24" name="PlaceHolder 4"/>
          <p:cNvSpPr>
            <a:spLocks noGrp="1"/>
          </p:cNvSpPr>
          <p:nvPr>
            <p:ph type="ftr" idx="11"/>
          </p:nvPr>
        </p:nvSpPr>
        <p:spPr>
          <a:xfrm>
            <a:off x="3420000" y="5220000"/>
            <a:ext cx="3238200" cy="358200"/>
          </a:xfrm>
          <a:prstGeom prst="rect">
            <a:avLst/>
          </a:prstGeom>
          <a:noFill/>
          <a:ln w="0">
            <a:noFill/>
          </a:ln>
        </p:spPr>
        <p:txBody>
          <a:bodyPr lIns="0" tIns="0" rIns="0" bIns="0" anchor="t">
            <a:noAutofit/>
          </a:bodyPr>
          <a:lstStyle>
            <a:lvl1pPr indent="0" algn="ctr">
              <a:lnSpc>
                <a:spcPct val="100000"/>
              </a:lnSpc>
              <a:buNone/>
              <a:tabLst>
                <a:tab pos="0" algn="l"/>
              </a:tabLst>
              <a:defRPr lang="en-IN" sz="1400" b="0" u="none" strike="noStrike">
                <a:solidFill>
                  <a:srgbClr val="FFFFFF"/>
                </a:solidFill>
                <a:effectLst/>
                <a:uFillTx/>
                <a:latin typeface="Arial"/>
              </a:defRPr>
            </a:lvl1pPr>
          </a:lstStyle>
          <a:p>
            <a:pPr indent="0" algn="ctr">
              <a:lnSpc>
                <a:spcPct val="100000"/>
              </a:lnSpc>
              <a:buNone/>
              <a:tabLst>
                <a:tab pos="0" algn="l"/>
              </a:tabLst>
            </a:pPr>
            <a:r>
              <a:rPr lang="en-IN" sz="1400" b="0" u="none" strike="noStrike">
                <a:solidFill>
                  <a:srgbClr val="FFFFFF"/>
                </a:solidFill>
                <a:effectLst/>
                <a:uFillTx/>
                <a:latin typeface="Arial"/>
              </a:rPr>
              <a:t>&lt;footer&gt;</a:t>
            </a:r>
            <a:endParaRPr lang="en-IN" sz="1400" b="0" u="none" strike="noStrike">
              <a:solidFill>
                <a:srgbClr val="000000"/>
              </a:solidFill>
              <a:effectLst/>
              <a:uFillTx/>
              <a:latin typeface="Times New Roman"/>
            </a:endParaRPr>
          </a:p>
        </p:txBody>
      </p:sp>
      <p:sp>
        <p:nvSpPr>
          <p:cNvPr id="25" name="PlaceHolder 5"/>
          <p:cNvSpPr>
            <a:spLocks noGrp="1"/>
          </p:cNvSpPr>
          <p:nvPr>
            <p:ph type="sldNum" idx="12"/>
          </p:nvPr>
        </p:nvSpPr>
        <p:spPr>
          <a:xfrm>
            <a:off x="7380000" y="5220000"/>
            <a:ext cx="2338200" cy="358200"/>
          </a:xfrm>
          <a:prstGeom prst="rect">
            <a:avLst/>
          </a:prstGeom>
          <a:noFill/>
          <a:ln w="0">
            <a:noFill/>
          </a:ln>
        </p:spPr>
        <p:txBody>
          <a:bodyPr lIns="0" tIns="0" rIns="0" bIns="0" anchor="t">
            <a:noAutofit/>
          </a:bodyPr>
          <a:lstStyle>
            <a:lvl1pPr indent="0" algn="r">
              <a:lnSpc>
                <a:spcPct val="100000"/>
              </a:lnSpc>
              <a:buNone/>
              <a:tabLst>
                <a:tab pos="0" algn="l"/>
              </a:tabLst>
              <a:defRPr lang="en-IN" sz="1400" b="0" u="none" strike="noStrike">
                <a:solidFill>
                  <a:srgbClr val="FFFFFF"/>
                </a:solidFill>
                <a:effectLst/>
                <a:uFillTx/>
                <a:latin typeface="Arial"/>
              </a:defRPr>
            </a:lvl1pPr>
          </a:lstStyle>
          <a:p>
            <a:pPr indent="0" algn="r">
              <a:lnSpc>
                <a:spcPct val="100000"/>
              </a:lnSpc>
              <a:buNone/>
              <a:tabLst>
                <a:tab pos="0" algn="l"/>
              </a:tabLst>
            </a:pPr>
            <a:fld id="{087C6BD3-ACCA-49FE-884F-753B485D6E7C}" type="slidenum">
              <a:rPr lang="en-IN" sz="1400" b="0" u="none" strike="noStrike">
                <a:solidFill>
                  <a:srgbClr val="FFFFFF"/>
                </a:solidFill>
                <a:effectLst/>
                <a:uFillTx/>
                <a:latin typeface="Arial"/>
              </a:rPr>
              <a:t>‹#›</a:t>
            </a:fld>
            <a:endParaRPr lang="en-IN" sz="14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Blue_Curve1__">
    <p:spTree>
      <p:nvGrpSpPr>
        <p:cNvPr id="1" name=""/>
        <p:cNvGrpSpPr/>
        <p:nvPr/>
      </p:nvGrpSpPr>
      <p:grpSpPr>
        <a:xfrm>
          <a:off x="0" y="0"/>
          <a:ext cx="0" cy="0"/>
          <a:chOff x="0" y="0"/>
          <a:chExt cx="0" cy="0"/>
        </a:xfrm>
      </p:grpSpPr>
      <p:sp>
        <p:nvSpPr>
          <p:cNvPr id="26" name="Rectangle 25"/>
          <p:cNvSpPr/>
          <p:nvPr/>
        </p:nvSpPr>
        <p:spPr>
          <a:xfrm>
            <a:off x="0" y="0"/>
            <a:ext cx="10074960" cy="71820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endParaRPr lang="en-IN" sz="1800" b="0" u="none" strike="noStrike">
              <a:solidFill>
                <a:srgbClr val="000000"/>
              </a:solidFill>
              <a:effectLst/>
              <a:uFillTx/>
              <a:latin typeface="Arial"/>
              <a:ea typeface="DejaVu Sans"/>
            </a:endParaRPr>
          </a:p>
        </p:txBody>
      </p:sp>
      <p:sp>
        <p:nvSpPr>
          <p:cNvPr id="27" name="Rectangle 26"/>
          <p:cNvSpPr/>
          <p:nvPr/>
        </p:nvSpPr>
        <p:spPr>
          <a:xfrm>
            <a:off x="3240" y="5040000"/>
            <a:ext cx="10074960" cy="62964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endParaRPr lang="en-IN" sz="1800" b="0" u="none" strike="noStrike">
              <a:solidFill>
                <a:srgbClr val="000000"/>
              </a:solidFill>
              <a:effectLst/>
              <a:uFillTx/>
              <a:latin typeface="Arial"/>
              <a:ea typeface="DejaVu Sans"/>
            </a:endParaRPr>
          </a:p>
        </p:txBody>
      </p:sp>
      <p:sp>
        <p:nvSpPr>
          <p:cNvPr id="28" name="PlaceHolder 1"/>
          <p:cNvSpPr>
            <a:spLocks noGrp="1"/>
          </p:cNvSpPr>
          <p:nvPr>
            <p:ph type="title"/>
          </p:nvPr>
        </p:nvSpPr>
        <p:spPr>
          <a:xfrm>
            <a:off x="360000" y="180000"/>
            <a:ext cx="9358200" cy="476280"/>
          </a:xfrm>
          <a:prstGeom prst="rect">
            <a:avLst/>
          </a:prstGeom>
          <a:noFill/>
          <a:ln w="0">
            <a:noFill/>
          </a:ln>
        </p:spPr>
        <p:txBody>
          <a:bodyPr lIns="0" tIns="0" rIns="0" bIns="0" anchor="ctr">
            <a:noAutofit/>
          </a:bodyPr>
          <a:lstStyle/>
          <a:p>
            <a:pPr indent="0" algn="ctr">
              <a:lnSpc>
                <a:spcPct val="100000"/>
              </a:lnSpc>
              <a:buNone/>
              <a:tabLst>
                <a:tab pos="0" algn="l"/>
              </a:tabLst>
            </a:pPr>
            <a:r>
              <a:rPr lang="en-IN" sz="3300" b="0" u="none" strike="noStrike">
                <a:solidFill>
                  <a:srgbClr val="EEEEEE"/>
                </a:solidFill>
                <a:effectLst/>
                <a:uFillTx/>
                <a:latin typeface="Arial"/>
              </a:rPr>
              <a:t>Click to edit the title text format</a:t>
            </a:r>
            <a:endParaRPr lang="en-IN" sz="3300" b="0" u="none" strike="noStrike">
              <a:solidFill>
                <a:srgbClr val="000000"/>
              </a:solidFill>
              <a:effectLst/>
              <a:uFillTx/>
              <a:latin typeface="Arial"/>
            </a:endParaRPr>
          </a:p>
        </p:txBody>
      </p:sp>
      <p:sp>
        <p:nvSpPr>
          <p:cNvPr id="29" name="PlaceHolder 2"/>
          <p:cNvSpPr>
            <a:spLocks noGrp="1"/>
          </p:cNvSpPr>
          <p:nvPr>
            <p:ph type="body"/>
          </p:nvPr>
        </p:nvSpPr>
        <p:spPr>
          <a:xfrm>
            <a:off x="360000" y="1080000"/>
            <a:ext cx="9358200" cy="3598200"/>
          </a:xfrm>
          <a:prstGeom prst="rect">
            <a:avLst/>
          </a:prstGeom>
          <a:noFill/>
          <a:ln w="0">
            <a:noFill/>
          </a:ln>
        </p:spPr>
        <p:txBody>
          <a:bodyPr lIns="0" tIns="0" rIns="0" bIns="0" anchor="t">
            <a:noAutofit/>
          </a:bodyPr>
          <a:lstStyle/>
          <a:p>
            <a:pPr marL="432000" indent="-324000">
              <a:lnSpc>
                <a:spcPct val="100000"/>
              </a:lnSpc>
              <a:spcBef>
                <a:spcPts val="1060"/>
              </a:spcBef>
              <a:buClr>
                <a:srgbClr val="77CAEE"/>
              </a:buClr>
              <a:buSzPct val="45000"/>
              <a:buFont typeface="Wingdings" charset="2"/>
              <a:buChar char=""/>
            </a:pPr>
            <a:r>
              <a:rPr lang="en-IN" sz="2400" b="0" u="none" strike="noStrike">
                <a:solidFill>
                  <a:srgbClr val="009BDD"/>
                </a:solidFill>
                <a:effectLst/>
                <a:uFillTx/>
                <a:latin typeface="Arial"/>
              </a:rPr>
              <a:t>Click to edit the outline text format</a:t>
            </a:r>
            <a:endParaRPr lang="en-IN" sz="2400" b="0" u="none" strike="noStrike">
              <a:solidFill>
                <a:srgbClr val="000000"/>
              </a:solidFill>
              <a:effectLst/>
              <a:uFillTx/>
              <a:latin typeface="Arial"/>
            </a:endParaRPr>
          </a:p>
          <a:p>
            <a:pPr marL="864000" lvl="1" indent="-324000">
              <a:lnSpc>
                <a:spcPct val="100000"/>
              </a:lnSpc>
              <a:spcBef>
                <a:spcPts val="850"/>
              </a:spcBef>
              <a:buClr>
                <a:srgbClr val="77CAEE"/>
              </a:buClr>
              <a:buSzPct val="45000"/>
              <a:buFont typeface="Wingdings" charset="2"/>
              <a:buChar char=""/>
            </a:pPr>
            <a:r>
              <a:rPr lang="en-IN" sz="2100" b="0" u="none" strike="noStrike">
                <a:solidFill>
                  <a:srgbClr val="009BDD"/>
                </a:solidFill>
                <a:effectLst/>
                <a:uFillTx/>
                <a:latin typeface="Arial"/>
              </a:rPr>
              <a:t>Second Outline Level</a:t>
            </a:r>
            <a:endParaRPr lang="en-IN" sz="2100" b="0" u="none" strike="noStrike">
              <a:solidFill>
                <a:srgbClr val="000000"/>
              </a:solidFill>
              <a:effectLst/>
              <a:uFillTx/>
              <a:latin typeface="Arial"/>
            </a:endParaRPr>
          </a:p>
          <a:p>
            <a:pPr marL="1296000" lvl="2" indent="-288000">
              <a:lnSpc>
                <a:spcPct val="100000"/>
              </a:lnSpc>
              <a:spcBef>
                <a:spcPts val="635"/>
              </a:spcBef>
              <a:buClr>
                <a:srgbClr val="77CAEE"/>
              </a:buClr>
              <a:buSzPct val="45000"/>
              <a:buFont typeface="Wingdings" charset="2"/>
              <a:buChar char=""/>
            </a:pPr>
            <a:r>
              <a:rPr lang="en-IN" sz="1800" b="0" u="none" strike="noStrike">
                <a:solidFill>
                  <a:srgbClr val="009BDD"/>
                </a:solidFill>
                <a:effectLst/>
                <a:uFillTx/>
                <a:latin typeface="Arial"/>
              </a:rPr>
              <a:t>Third Outline Level</a:t>
            </a:r>
            <a:endParaRPr lang="en-IN" sz="1800" b="0" u="none" strike="noStrike">
              <a:solidFill>
                <a:srgbClr val="000000"/>
              </a:solidFill>
              <a:effectLst/>
              <a:uFillTx/>
              <a:latin typeface="Arial"/>
            </a:endParaRPr>
          </a:p>
          <a:p>
            <a:pPr marL="1728000" lvl="3" indent="-216000">
              <a:lnSpc>
                <a:spcPct val="100000"/>
              </a:lnSpc>
              <a:spcBef>
                <a:spcPts val="422"/>
              </a:spcBef>
              <a:buClr>
                <a:srgbClr val="77CAEE"/>
              </a:buClr>
              <a:buSzPct val="45000"/>
              <a:buFont typeface="Wingdings" charset="2"/>
              <a:buChar char=""/>
            </a:pPr>
            <a:r>
              <a:rPr lang="en-IN" sz="1500" b="0" u="none" strike="noStrike">
                <a:solidFill>
                  <a:srgbClr val="009BDD"/>
                </a:solidFill>
                <a:effectLst/>
                <a:uFillTx/>
                <a:latin typeface="Arial"/>
              </a:rPr>
              <a:t>Fourth Outline Level</a:t>
            </a:r>
            <a:endParaRPr lang="en-IN" sz="1500" b="0" u="none" strike="noStrike">
              <a:solidFill>
                <a:srgbClr val="000000"/>
              </a:solidFill>
              <a:effectLst/>
              <a:uFillTx/>
              <a:latin typeface="Arial"/>
            </a:endParaRPr>
          </a:p>
          <a:p>
            <a:pPr marL="2160000" lvl="4"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Fifth Outline Level</a:t>
            </a:r>
            <a:endParaRPr lang="en-IN" sz="1500" b="0" u="none" strike="noStrike">
              <a:solidFill>
                <a:srgbClr val="000000"/>
              </a:solidFill>
              <a:effectLst/>
              <a:uFillTx/>
              <a:latin typeface="Arial"/>
            </a:endParaRPr>
          </a:p>
          <a:p>
            <a:pPr marL="2592000" lvl="5"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Sixth Outline Level</a:t>
            </a:r>
            <a:endParaRPr lang="en-IN" sz="1500" b="0" u="none" strike="noStrike">
              <a:solidFill>
                <a:srgbClr val="000000"/>
              </a:solidFill>
              <a:effectLst/>
              <a:uFillTx/>
              <a:latin typeface="Arial"/>
            </a:endParaRPr>
          </a:p>
          <a:p>
            <a:pPr marL="3024000" lvl="6"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Seventh Outline Level</a:t>
            </a:r>
            <a:endParaRPr lang="en-IN" sz="1500" b="0" u="none" strike="noStrike">
              <a:solidFill>
                <a:srgbClr val="000000"/>
              </a:solidFill>
              <a:effectLst/>
              <a:uFillTx/>
              <a:latin typeface="Arial"/>
            </a:endParaRPr>
          </a:p>
        </p:txBody>
      </p:sp>
      <p:sp>
        <p:nvSpPr>
          <p:cNvPr id="30" name="PlaceHolder 3"/>
          <p:cNvSpPr>
            <a:spLocks noGrp="1"/>
          </p:cNvSpPr>
          <p:nvPr>
            <p:ph type="dt" idx="13"/>
          </p:nvPr>
        </p:nvSpPr>
        <p:spPr>
          <a:xfrm>
            <a:off x="360000" y="5220000"/>
            <a:ext cx="2338200" cy="358200"/>
          </a:xfrm>
          <a:prstGeom prst="rect">
            <a:avLst/>
          </a:prstGeom>
          <a:noFill/>
          <a:ln w="0">
            <a:noFill/>
          </a:ln>
        </p:spPr>
        <p:txBody>
          <a:bodyPr lIns="0" tIns="0" rIns="0" bIns="0" anchor="t">
            <a:noAutofit/>
          </a:bodyPr>
          <a:lstStyle>
            <a:lvl1pPr indent="0">
              <a:lnSpc>
                <a:spcPct val="100000"/>
              </a:lnSpc>
              <a:buNone/>
              <a:tabLst>
                <a:tab pos="0" algn="l"/>
              </a:tabLst>
              <a:defRPr lang="en-IN" sz="1400" b="0" u="none" strike="noStrike">
                <a:solidFill>
                  <a:srgbClr val="FFFFFF"/>
                </a:solidFill>
                <a:effectLst/>
                <a:uFillTx/>
                <a:latin typeface="Arial"/>
              </a:defRPr>
            </a:lvl1pPr>
          </a:lstStyle>
          <a:p>
            <a:pPr indent="0">
              <a:lnSpc>
                <a:spcPct val="100000"/>
              </a:lnSpc>
              <a:buNone/>
              <a:tabLst>
                <a:tab pos="0" algn="l"/>
              </a:tabLst>
            </a:pPr>
            <a:r>
              <a:rPr lang="en-IN" sz="1400" b="0" u="none" strike="noStrike">
                <a:solidFill>
                  <a:srgbClr val="FFFFFF"/>
                </a:solidFill>
                <a:effectLst/>
                <a:uFillTx/>
                <a:latin typeface="Arial"/>
              </a:rPr>
              <a:t>&lt;date/time&gt;</a:t>
            </a:r>
            <a:endParaRPr lang="en-IN" sz="1400" b="0" u="none" strike="noStrike">
              <a:solidFill>
                <a:srgbClr val="000000"/>
              </a:solidFill>
              <a:effectLst/>
              <a:uFillTx/>
              <a:latin typeface="Times New Roman"/>
            </a:endParaRPr>
          </a:p>
        </p:txBody>
      </p:sp>
      <p:sp>
        <p:nvSpPr>
          <p:cNvPr id="31" name="PlaceHolder 4"/>
          <p:cNvSpPr>
            <a:spLocks noGrp="1"/>
          </p:cNvSpPr>
          <p:nvPr>
            <p:ph type="ftr" idx="14"/>
          </p:nvPr>
        </p:nvSpPr>
        <p:spPr>
          <a:xfrm>
            <a:off x="3420000" y="5220000"/>
            <a:ext cx="3238200" cy="358200"/>
          </a:xfrm>
          <a:prstGeom prst="rect">
            <a:avLst/>
          </a:prstGeom>
          <a:noFill/>
          <a:ln w="0">
            <a:noFill/>
          </a:ln>
        </p:spPr>
        <p:txBody>
          <a:bodyPr lIns="0" tIns="0" rIns="0" bIns="0" anchor="t">
            <a:noAutofit/>
          </a:bodyPr>
          <a:lstStyle>
            <a:lvl1pPr indent="0" algn="ctr">
              <a:lnSpc>
                <a:spcPct val="100000"/>
              </a:lnSpc>
              <a:buNone/>
              <a:tabLst>
                <a:tab pos="0" algn="l"/>
              </a:tabLst>
              <a:defRPr lang="en-IN" sz="1400" b="0" u="none" strike="noStrike">
                <a:solidFill>
                  <a:srgbClr val="FFFFFF"/>
                </a:solidFill>
                <a:effectLst/>
                <a:uFillTx/>
                <a:latin typeface="Arial"/>
              </a:defRPr>
            </a:lvl1pPr>
          </a:lstStyle>
          <a:p>
            <a:pPr indent="0" algn="ctr">
              <a:lnSpc>
                <a:spcPct val="100000"/>
              </a:lnSpc>
              <a:buNone/>
              <a:tabLst>
                <a:tab pos="0" algn="l"/>
              </a:tabLst>
            </a:pPr>
            <a:r>
              <a:rPr lang="en-IN" sz="1400" b="0" u="none" strike="noStrike">
                <a:solidFill>
                  <a:srgbClr val="FFFFFF"/>
                </a:solidFill>
                <a:effectLst/>
                <a:uFillTx/>
                <a:latin typeface="Arial"/>
              </a:rPr>
              <a:t>&lt;footer&gt;</a:t>
            </a:r>
            <a:endParaRPr lang="en-IN" sz="1400" b="0" u="none" strike="noStrike">
              <a:solidFill>
                <a:srgbClr val="000000"/>
              </a:solidFill>
              <a:effectLst/>
              <a:uFillTx/>
              <a:latin typeface="Times New Roman"/>
            </a:endParaRPr>
          </a:p>
        </p:txBody>
      </p:sp>
      <p:sp>
        <p:nvSpPr>
          <p:cNvPr id="32" name="PlaceHolder 5"/>
          <p:cNvSpPr>
            <a:spLocks noGrp="1"/>
          </p:cNvSpPr>
          <p:nvPr>
            <p:ph type="sldNum" idx="15"/>
          </p:nvPr>
        </p:nvSpPr>
        <p:spPr>
          <a:xfrm>
            <a:off x="7380000" y="5220000"/>
            <a:ext cx="2338200" cy="358200"/>
          </a:xfrm>
          <a:prstGeom prst="rect">
            <a:avLst/>
          </a:prstGeom>
          <a:noFill/>
          <a:ln w="0">
            <a:noFill/>
          </a:ln>
        </p:spPr>
        <p:txBody>
          <a:bodyPr lIns="0" tIns="0" rIns="0" bIns="0" anchor="t">
            <a:noAutofit/>
          </a:bodyPr>
          <a:lstStyle>
            <a:lvl1pPr indent="0" algn="r">
              <a:lnSpc>
                <a:spcPct val="100000"/>
              </a:lnSpc>
              <a:buNone/>
              <a:tabLst>
                <a:tab pos="0" algn="l"/>
              </a:tabLst>
              <a:defRPr lang="en-IN" sz="1400" b="0" u="none" strike="noStrike">
                <a:solidFill>
                  <a:srgbClr val="FFFFFF"/>
                </a:solidFill>
                <a:effectLst/>
                <a:uFillTx/>
                <a:latin typeface="Arial"/>
              </a:defRPr>
            </a:lvl1pPr>
          </a:lstStyle>
          <a:p>
            <a:pPr indent="0" algn="r">
              <a:lnSpc>
                <a:spcPct val="100000"/>
              </a:lnSpc>
              <a:buNone/>
              <a:tabLst>
                <a:tab pos="0" algn="l"/>
              </a:tabLst>
            </a:pPr>
            <a:fld id="{C2934496-6316-4806-82B4-95193C27CE4A}" type="slidenum">
              <a:rPr lang="en-IN" sz="1400" b="0" u="none" strike="noStrike">
                <a:solidFill>
                  <a:srgbClr val="FFFFFF"/>
                </a:solidFill>
                <a:effectLst/>
                <a:uFillTx/>
                <a:latin typeface="Arial"/>
              </a:rPr>
              <a:t>‹#›</a:t>
            </a:fld>
            <a:endParaRPr lang="en-IN" sz="14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Blue_Curve1___">
    <p:spTree>
      <p:nvGrpSpPr>
        <p:cNvPr id="1" name=""/>
        <p:cNvGrpSpPr/>
        <p:nvPr/>
      </p:nvGrpSpPr>
      <p:grpSpPr>
        <a:xfrm>
          <a:off x="0" y="0"/>
          <a:ext cx="0" cy="0"/>
          <a:chOff x="0" y="0"/>
          <a:chExt cx="0" cy="0"/>
        </a:xfrm>
      </p:grpSpPr>
      <p:sp>
        <p:nvSpPr>
          <p:cNvPr id="33" name="Rectangle 32"/>
          <p:cNvSpPr/>
          <p:nvPr/>
        </p:nvSpPr>
        <p:spPr>
          <a:xfrm>
            <a:off x="0" y="0"/>
            <a:ext cx="10074960" cy="71820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endParaRPr lang="en-IN" sz="1800" b="0" u="none" strike="noStrike">
              <a:solidFill>
                <a:srgbClr val="000000"/>
              </a:solidFill>
              <a:effectLst/>
              <a:uFillTx/>
              <a:latin typeface="Arial"/>
              <a:ea typeface="DejaVu Sans"/>
            </a:endParaRPr>
          </a:p>
        </p:txBody>
      </p:sp>
      <p:sp>
        <p:nvSpPr>
          <p:cNvPr id="34" name="Rectangle 33"/>
          <p:cNvSpPr/>
          <p:nvPr/>
        </p:nvSpPr>
        <p:spPr>
          <a:xfrm>
            <a:off x="3240" y="5040000"/>
            <a:ext cx="10074960" cy="62964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endParaRPr lang="en-IN" sz="1800" b="0" u="none" strike="noStrike">
              <a:solidFill>
                <a:srgbClr val="000000"/>
              </a:solidFill>
              <a:effectLst/>
              <a:uFillTx/>
              <a:latin typeface="Arial"/>
              <a:ea typeface="DejaVu Sans"/>
            </a:endParaRPr>
          </a:p>
        </p:txBody>
      </p:sp>
      <p:sp>
        <p:nvSpPr>
          <p:cNvPr id="35" name="PlaceHolder 1"/>
          <p:cNvSpPr>
            <a:spLocks noGrp="1"/>
          </p:cNvSpPr>
          <p:nvPr>
            <p:ph type="title"/>
          </p:nvPr>
        </p:nvSpPr>
        <p:spPr>
          <a:xfrm>
            <a:off x="360000" y="180000"/>
            <a:ext cx="9358200" cy="476280"/>
          </a:xfrm>
          <a:prstGeom prst="rect">
            <a:avLst/>
          </a:prstGeom>
          <a:noFill/>
          <a:ln w="0">
            <a:noFill/>
          </a:ln>
        </p:spPr>
        <p:txBody>
          <a:bodyPr lIns="0" tIns="0" rIns="0" bIns="0" anchor="ctr">
            <a:noAutofit/>
          </a:bodyPr>
          <a:lstStyle/>
          <a:p>
            <a:pPr indent="0" algn="ctr">
              <a:lnSpc>
                <a:spcPct val="100000"/>
              </a:lnSpc>
              <a:buNone/>
              <a:tabLst>
                <a:tab pos="0" algn="l"/>
              </a:tabLst>
            </a:pPr>
            <a:r>
              <a:rPr lang="en-IN" sz="3300" b="0" u="none" strike="noStrike">
                <a:solidFill>
                  <a:srgbClr val="EEEEEE"/>
                </a:solidFill>
                <a:effectLst/>
                <a:uFillTx/>
                <a:latin typeface="Arial"/>
              </a:rPr>
              <a:t>Click to edit the title text format</a:t>
            </a:r>
            <a:endParaRPr lang="en-IN" sz="3300" b="0" u="none" strike="noStrike">
              <a:solidFill>
                <a:srgbClr val="000000"/>
              </a:solidFill>
              <a:effectLst/>
              <a:uFillTx/>
              <a:latin typeface="Arial"/>
            </a:endParaRPr>
          </a:p>
        </p:txBody>
      </p:sp>
      <p:sp>
        <p:nvSpPr>
          <p:cNvPr id="36" name="PlaceHolder 2"/>
          <p:cNvSpPr>
            <a:spLocks noGrp="1"/>
          </p:cNvSpPr>
          <p:nvPr>
            <p:ph type="body"/>
          </p:nvPr>
        </p:nvSpPr>
        <p:spPr>
          <a:xfrm>
            <a:off x="360000" y="1080000"/>
            <a:ext cx="9358200" cy="3598200"/>
          </a:xfrm>
          <a:prstGeom prst="rect">
            <a:avLst/>
          </a:prstGeom>
          <a:noFill/>
          <a:ln w="0">
            <a:noFill/>
          </a:ln>
        </p:spPr>
        <p:txBody>
          <a:bodyPr lIns="0" tIns="0" rIns="0" bIns="0" anchor="t">
            <a:noAutofit/>
          </a:bodyPr>
          <a:lstStyle/>
          <a:p>
            <a:pPr marL="432000" indent="-324000">
              <a:lnSpc>
                <a:spcPct val="100000"/>
              </a:lnSpc>
              <a:spcBef>
                <a:spcPts val="1060"/>
              </a:spcBef>
              <a:buClr>
                <a:srgbClr val="77CAEE"/>
              </a:buClr>
              <a:buSzPct val="45000"/>
              <a:buFont typeface="Wingdings" charset="2"/>
              <a:buChar char=""/>
            </a:pPr>
            <a:r>
              <a:rPr lang="en-IN" sz="2400" b="0" u="none" strike="noStrike">
                <a:solidFill>
                  <a:srgbClr val="009BDD"/>
                </a:solidFill>
                <a:effectLst/>
                <a:uFillTx/>
                <a:latin typeface="Arial"/>
              </a:rPr>
              <a:t>Click to edit the outline text format</a:t>
            </a:r>
            <a:endParaRPr lang="en-IN" sz="2400" b="0" u="none" strike="noStrike">
              <a:solidFill>
                <a:srgbClr val="000000"/>
              </a:solidFill>
              <a:effectLst/>
              <a:uFillTx/>
              <a:latin typeface="Arial"/>
            </a:endParaRPr>
          </a:p>
          <a:p>
            <a:pPr marL="864000" lvl="1" indent="-324000">
              <a:lnSpc>
                <a:spcPct val="100000"/>
              </a:lnSpc>
              <a:spcBef>
                <a:spcPts val="850"/>
              </a:spcBef>
              <a:buClr>
                <a:srgbClr val="77CAEE"/>
              </a:buClr>
              <a:buSzPct val="45000"/>
              <a:buFont typeface="Wingdings" charset="2"/>
              <a:buChar char=""/>
            </a:pPr>
            <a:r>
              <a:rPr lang="en-IN" sz="2100" b="0" u="none" strike="noStrike">
                <a:solidFill>
                  <a:srgbClr val="009BDD"/>
                </a:solidFill>
                <a:effectLst/>
                <a:uFillTx/>
                <a:latin typeface="Arial"/>
              </a:rPr>
              <a:t>Second Outline Level</a:t>
            </a:r>
            <a:endParaRPr lang="en-IN" sz="2100" b="0" u="none" strike="noStrike">
              <a:solidFill>
                <a:srgbClr val="000000"/>
              </a:solidFill>
              <a:effectLst/>
              <a:uFillTx/>
              <a:latin typeface="Arial"/>
            </a:endParaRPr>
          </a:p>
          <a:p>
            <a:pPr marL="1296000" lvl="2" indent="-288000">
              <a:lnSpc>
                <a:spcPct val="100000"/>
              </a:lnSpc>
              <a:spcBef>
                <a:spcPts val="635"/>
              </a:spcBef>
              <a:buClr>
                <a:srgbClr val="77CAEE"/>
              </a:buClr>
              <a:buSzPct val="45000"/>
              <a:buFont typeface="Wingdings" charset="2"/>
              <a:buChar char=""/>
            </a:pPr>
            <a:r>
              <a:rPr lang="en-IN" sz="1800" b="0" u="none" strike="noStrike">
                <a:solidFill>
                  <a:srgbClr val="009BDD"/>
                </a:solidFill>
                <a:effectLst/>
                <a:uFillTx/>
                <a:latin typeface="Arial"/>
              </a:rPr>
              <a:t>Third Outline Level</a:t>
            </a:r>
            <a:endParaRPr lang="en-IN" sz="1800" b="0" u="none" strike="noStrike">
              <a:solidFill>
                <a:srgbClr val="000000"/>
              </a:solidFill>
              <a:effectLst/>
              <a:uFillTx/>
              <a:latin typeface="Arial"/>
            </a:endParaRPr>
          </a:p>
          <a:p>
            <a:pPr marL="1728000" lvl="3" indent="-216000">
              <a:lnSpc>
                <a:spcPct val="100000"/>
              </a:lnSpc>
              <a:spcBef>
                <a:spcPts val="422"/>
              </a:spcBef>
              <a:buClr>
                <a:srgbClr val="77CAEE"/>
              </a:buClr>
              <a:buSzPct val="45000"/>
              <a:buFont typeface="Wingdings" charset="2"/>
              <a:buChar char=""/>
            </a:pPr>
            <a:r>
              <a:rPr lang="en-IN" sz="1500" b="0" u="none" strike="noStrike">
                <a:solidFill>
                  <a:srgbClr val="009BDD"/>
                </a:solidFill>
                <a:effectLst/>
                <a:uFillTx/>
                <a:latin typeface="Arial"/>
              </a:rPr>
              <a:t>Fourth Outline Level</a:t>
            </a:r>
            <a:endParaRPr lang="en-IN" sz="1500" b="0" u="none" strike="noStrike">
              <a:solidFill>
                <a:srgbClr val="000000"/>
              </a:solidFill>
              <a:effectLst/>
              <a:uFillTx/>
              <a:latin typeface="Arial"/>
            </a:endParaRPr>
          </a:p>
          <a:p>
            <a:pPr marL="2160000" lvl="4"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Fifth Outline Level</a:t>
            </a:r>
            <a:endParaRPr lang="en-IN" sz="1500" b="0" u="none" strike="noStrike">
              <a:solidFill>
                <a:srgbClr val="000000"/>
              </a:solidFill>
              <a:effectLst/>
              <a:uFillTx/>
              <a:latin typeface="Arial"/>
            </a:endParaRPr>
          </a:p>
          <a:p>
            <a:pPr marL="2592000" lvl="5"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Sixth Outline Level</a:t>
            </a:r>
            <a:endParaRPr lang="en-IN" sz="1500" b="0" u="none" strike="noStrike">
              <a:solidFill>
                <a:srgbClr val="000000"/>
              </a:solidFill>
              <a:effectLst/>
              <a:uFillTx/>
              <a:latin typeface="Arial"/>
            </a:endParaRPr>
          </a:p>
          <a:p>
            <a:pPr marL="3024000" lvl="6"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Seventh Outline Level</a:t>
            </a:r>
            <a:endParaRPr lang="en-IN" sz="1500" b="0" u="none" strike="noStrike">
              <a:solidFill>
                <a:srgbClr val="000000"/>
              </a:solidFill>
              <a:effectLst/>
              <a:uFillTx/>
              <a:latin typeface="Arial"/>
            </a:endParaRPr>
          </a:p>
        </p:txBody>
      </p:sp>
      <p:sp>
        <p:nvSpPr>
          <p:cNvPr id="37" name="PlaceHolder 3"/>
          <p:cNvSpPr>
            <a:spLocks noGrp="1"/>
          </p:cNvSpPr>
          <p:nvPr>
            <p:ph type="dt" idx="16"/>
          </p:nvPr>
        </p:nvSpPr>
        <p:spPr>
          <a:xfrm>
            <a:off x="360000" y="5220000"/>
            <a:ext cx="2338200" cy="358200"/>
          </a:xfrm>
          <a:prstGeom prst="rect">
            <a:avLst/>
          </a:prstGeom>
          <a:noFill/>
          <a:ln w="0">
            <a:noFill/>
          </a:ln>
        </p:spPr>
        <p:txBody>
          <a:bodyPr lIns="0" tIns="0" rIns="0" bIns="0" anchor="t">
            <a:noAutofit/>
          </a:bodyPr>
          <a:lstStyle>
            <a:lvl1pPr indent="0">
              <a:lnSpc>
                <a:spcPct val="100000"/>
              </a:lnSpc>
              <a:buNone/>
              <a:tabLst>
                <a:tab pos="0" algn="l"/>
              </a:tabLst>
              <a:defRPr lang="en-IN" sz="1400" b="0" u="none" strike="noStrike">
                <a:solidFill>
                  <a:srgbClr val="FFFFFF"/>
                </a:solidFill>
                <a:effectLst/>
                <a:uFillTx/>
                <a:latin typeface="Arial"/>
              </a:defRPr>
            </a:lvl1pPr>
          </a:lstStyle>
          <a:p>
            <a:pPr indent="0">
              <a:lnSpc>
                <a:spcPct val="100000"/>
              </a:lnSpc>
              <a:buNone/>
              <a:tabLst>
                <a:tab pos="0" algn="l"/>
              </a:tabLst>
            </a:pPr>
            <a:r>
              <a:rPr lang="en-IN" sz="1400" b="0" u="none" strike="noStrike">
                <a:solidFill>
                  <a:srgbClr val="FFFFFF"/>
                </a:solidFill>
                <a:effectLst/>
                <a:uFillTx/>
                <a:latin typeface="Arial"/>
              </a:rPr>
              <a:t>&lt;date/time&gt;</a:t>
            </a:r>
            <a:endParaRPr lang="en-IN" sz="1400" b="0" u="none" strike="noStrike">
              <a:solidFill>
                <a:srgbClr val="000000"/>
              </a:solidFill>
              <a:effectLst/>
              <a:uFillTx/>
              <a:latin typeface="Times New Roman"/>
            </a:endParaRPr>
          </a:p>
        </p:txBody>
      </p:sp>
      <p:sp>
        <p:nvSpPr>
          <p:cNvPr id="38" name="PlaceHolder 4"/>
          <p:cNvSpPr>
            <a:spLocks noGrp="1"/>
          </p:cNvSpPr>
          <p:nvPr>
            <p:ph type="ftr" idx="17"/>
          </p:nvPr>
        </p:nvSpPr>
        <p:spPr>
          <a:xfrm>
            <a:off x="3420000" y="5220000"/>
            <a:ext cx="3238200" cy="358200"/>
          </a:xfrm>
          <a:prstGeom prst="rect">
            <a:avLst/>
          </a:prstGeom>
          <a:noFill/>
          <a:ln w="0">
            <a:noFill/>
          </a:ln>
        </p:spPr>
        <p:txBody>
          <a:bodyPr lIns="0" tIns="0" rIns="0" bIns="0" anchor="t">
            <a:noAutofit/>
          </a:bodyPr>
          <a:lstStyle>
            <a:lvl1pPr indent="0" algn="ctr">
              <a:lnSpc>
                <a:spcPct val="100000"/>
              </a:lnSpc>
              <a:buNone/>
              <a:tabLst>
                <a:tab pos="0" algn="l"/>
              </a:tabLst>
              <a:defRPr lang="en-IN" sz="1400" b="0" u="none" strike="noStrike">
                <a:solidFill>
                  <a:srgbClr val="FFFFFF"/>
                </a:solidFill>
                <a:effectLst/>
                <a:uFillTx/>
                <a:latin typeface="Arial"/>
              </a:defRPr>
            </a:lvl1pPr>
          </a:lstStyle>
          <a:p>
            <a:pPr indent="0" algn="ctr">
              <a:lnSpc>
                <a:spcPct val="100000"/>
              </a:lnSpc>
              <a:buNone/>
              <a:tabLst>
                <a:tab pos="0" algn="l"/>
              </a:tabLst>
            </a:pPr>
            <a:r>
              <a:rPr lang="en-IN" sz="1400" b="0" u="none" strike="noStrike">
                <a:solidFill>
                  <a:srgbClr val="FFFFFF"/>
                </a:solidFill>
                <a:effectLst/>
                <a:uFillTx/>
                <a:latin typeface="Arial"/>
              </a:rPr>
              <a:t>&lt;footer&gt;</a:t>
            </a:r>
            <a:endParaRPr lang="en-IN" sz="1400" b="0" u="none" strike="noStrike">
              <a:solidFill>
                <a:srgbClr val="000000"/>
              </a:solidFill>
              <a:effectLst/>
              <a:uFillTx/>
              <a:latin typeface="Times New Roman"/>
            </a:endParaRPr>
          </a:p>
        </p:txBody>
      </p:sp>
      <p:sp>
        <p:nvSpPr>
          <p:cNvPr id="39" name="PlaceHolder 5"/>
          <p:cNvSpPr>
            <a:spLocks noGrp="1"/>
          </p:cNvSpPr>
          <p:nvPr>
            <p:ph type="sldNum" idx="18"/>
          </p:nvPr>
        </p:nvSpPr>
        <p:spPr>
          <a:xfrm>
            <a:off x="7380000" y="5220000"/>
            <a:ext cx="2338200" cy="358200"/>
          </a:xfrm>
          <a:prstGeom prst="rect">
            <a:avLst/>
          </a:prstGeom>
          <a:noFill/>
          <a:ln w="0">
            <a:noFill/>
          </a:ln>
        </p:spPr>
        <p:txBody>
          <a:bodyPr lIns="0" tIns="0" rIns="0" bIns="0" anchor="t">
            <a:noAutofit/>
          </a:bodyPr>
          <a:lstStyle>
            <a:lvl1pPr indent="0" algn="r">
              <a:lnSpc>
                <a:spcPct val="100000"/>
              </a:lnSpc>
              <a:buNone/>
              <a:tabLst>
                <a:tab pos="0" algn="l"/>
              </a:tabLst>
              <a:defRPr lang="en-IN" sz="1400" b="0" u="none" strike="noStrike">
                <a:solidFill>
                  <a:srgbClr val="FFFFFF"/>
                </a:solidFill>
                <a:effectLst/>
                <a:uFillTx/>
                <a:latin typeface="Arial"/>
              </a:defRPr>
            </a:lvl1pPr>
          </a:lstStyle>
          <a:p>
            <a:pPr indent="0" algn="r">
              <a:lnSpc>
                <a:spcPct val="100000"/>
              </a:lnSpc>
              <a:buNone/>
              <a:tabLst>
                <a:tab pos="0" algn="l"/>
              </a:tabLst>
            </a:pPr>
            <a:fld id="{23CA4030-AC44-4243-B06A-F84301FD82C8}" type="slidenum">
              <a:rPr lang="en-IN" sz="1400" b="0" u="none" strike="noStrike">
                <a:solidFill>
                  <a:srgbClr val="FFFFFF"/>
                </a:solidFill>
                <a:effectLst/>
                <a:uFillTx/>
                <a:latin typeface="Arial"/>
              </a:rPr>
              <a:t>‹#›</a:t>
            </a:fld>
            <a:endParaRPr lang="en-IN" sz="14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Blue_Curve1____">
    <p:spTree>
      <p:nvGrpSpPr>
        <p:cNvPr id="1" name=""/>
        <p:cNvGrpSpPr/>
        <p:nvPr/>
      </p:nvGrpSpPr>
      <p:grpSpPr>
        <a:xfrm>
          <a:off x="0" y="0"/>
          <a:ext cx="0" cy="0"/>
          <a:chOff x="0" y="0"/>
          <a:chExt cx="0" cy="0"/>
        </a:xfrm>
      </p:grpSpPr>
      <p:sp>
        <p:nvSpPr>
          <p:cNvPr id="40" name="Rectangle 39"/>
          <p:cNvSpPr/>
          <p:nvPr/>
        </p:nvSpPr>
        <p:spPr>
          <a:xfrm>
            <a:off x="0" y="0"/>
            <a:ext cx="10074960" cy="71820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endParaRPr lang="en-IN" sz="1800" b="0" u="none" strike="noStrike">
              <a:solidFill>
                <a:srgbClr val="000000"/>
              </a:solidFill>
              <a:effectLst/>
              <a:uFillTx/>
              <a:latin typeface="Arial"/>
              <a:ea typeface="DejaVu Sans"/>
            </a:endParaRPr>
          </a:p>
        </p:txBody>
      </p:sp>
      <p:sp>
        <p:nvSpPr>
          <p:cNvPr id="41" name="Rectangle 40"/>
          <p:cNvSpPr/>
          <p:nvPr/>
        </p:nvSpPr>
        <p:spPr>
          <a:xfrm>
            <a:off x="3240" y="5040000"/>
            <a:ext cx="10074960" cy="62964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endParaRPr lang="en-IN" sz="1800" b="0" u="none" strike="noStrike">
              <a:solidFill>
                <a:srgbClr val="000000"/>
              </a:solidFill>
              <a:effectLst/>
              <a:uFillTx/>
              <a:latin typeface="Arial"/>
              <a:ea typeface="DejaVu Sans"/>
            </a:endParaRPr>
          </a:p>
        </p:txBody>
      </p:sp>
      <p:sp>
        <p:nvSpPr>
          <p:cNvPr id="42" name="PlaceHolder 1"/>
          <p:cNvSpPr>
            <a:spLocks noGrp="1"/>
          </p:cNvSpPr>
          <p:nvPr>
            <p:ph type="title"/>
          </p:nvPr>
        </p:nvSpPr>
        <p:spPr>
          <a:xfrm>
            <a:off x="360000" y="180000"/>
            <a:ext cx="9358200" cy="476280"/>
          </a:xfrm>
          <a:prstGeom prst="rect">
            <a:avLst/>
          </a:prstGeom>
          <a:noFill/>
          <a:ln w="0">
            <a:noFill/>
          </a:ln>
        </p:spPr>
        <p:txBody>
          <a:bodyPr lIns="0" tIns="0" rIns="0" bIns="0" anchor="ctr">
            <a:noAutofit/>
          </a:bodyPr>
          <a:lstStyle/>
          <a:p>
            <a:pPr indent="0" algn="ctr">
              <a:lnSpc>
                <a:spcPct val="100000"/>
              </a:lnSpc>
              <a:buNone/>
              <a:tabLst>
                <a:tab pos="0" algn="l"/>
              </a:tabLst>
            </a:pPr>
            <a:r>
              <a:rPr lang="en-IN" sz="3300" b="0" u="none" strike="noStrike">
                <a:solidFill>
                  <a:srgbClr val="EEEEEE"/>
                </a:solidFill>
                <a:effectLst/>
                <a:uFillTx/>
                <a:latin typeface="Arial"/>
              </a:rPr>
              <a:t>Click to edit the title text format</a:t>
            </a:r>
            <a:endParaRPr lang="en-IN" sz="3300" b="0" u="none" strike="noStrike">
              <a:solidFill>
                <a:srgbClr val="000000"/>
              </a:solidFill>
              <a:effectLst/>
              <a:uFillTx/>
              <a:latin typeface="Arial"/>
            </a:endParaRPr>
          </a:p>
        </p:txBody>
      </p:sp>
      <p:sp>
        <p:nvSpPr>
          <p:cNvPr id="43" name="PlaceHolder 2"/>
          <p:cNvSpPr>
            <a:spLocks noGrp="1"/>
          </p:cNvSpPr>
          <p:nvPr>
            <p:ph type="body"/>
          </p:nvPr>
        </p:nvSpPr>
        <p:spPr>
          <a:xfrm>
            <a:off x="360000" y="1080000"/>
            <a:ext cx="9358200" cy="3598200"/>
          </a:xfrm>
          <a:prstGeom prst="rect">
            <a:avLst/>
          </a:prstGeom>
          <a:noFill/>
          <a:ln w="0">
            <a:noFill/>
          </a:ln>
        </p:spPr>
        <p:txBody>
          <a:bodyPr lIns="0" tIns="0" rIns="0" bIns="0" anchor="t">
            <a:noAutofit/>
          </a:bodyPr>
          <a:lstStyle/>
          <a:p>
            <a:pPr marL="432000" indent="-324000">
              <a:lnSpc>
                <a:spcPct val="100000"/>
              </a:lnSpc>
              <a:spcBef>
                <a:spcPts val="1060"/>
              </a:spcBef>
              <a:buClr>
                <a:srgbClr val="77CAEE"/>
              </a:buClr>
              <a:buSzPct val="45000"/>
              <a:buFont typeface="Wingdings" charset="2"/>
              <a:buChar char=""/>
            </a:pPr>
            <a:r>
              <a:rPr lang="en-IN" sz="2400" b="0" u="none" strike="noStrike">
                <a:solidFill>
                  <a:srgbClr val="009BDD"/>
                </a:solidFill>
                <a:effectLst/>
                <a:uFillTx/>
                <a:latin typeface="Arial"/>
              </a:rPr>
              <a:t>Click to edit the outline text format</a:t>
            </a:r>
            <a:endParaRPr lang="en-IN" sz="2400" b="0" u="none" strike="noStrike">
              <a:solidFill>
                <a:srgbClr val="000000"/>
              </a:solidFill>
              <a:effectLst/>
              <a:uFillTx/>
              <a:latin typeface="Arial"/>
            </a:endParaRPr>
          </a:p>
          <a:p>
            <a:pPr marL="864000" lvl="1" indent="-324000">
              <a:lnSpc>
                <a:spcPct val="100000"/>
              </a:lnSpc>
              <a:spcBef>
                <a:spcPts val="850"/>
              </a:spcBef>
              <a:buClr>
                <a:srgbClr val="77CAEE"/>
              </a:buClr>
              <a:buSzPct val="45000"/>
              <a:buFont typeface="Wingdings" charset="2"/>
              <a:buChar char=""/>
            </a:pPr>
            <a:r>
              <a:rPr lang="en-IN" sz="2100" b="0" u="none" strike="noStrike">
                <a:solidFill>
                  <a:srgbClr val="009BDD"/>
                </a:solidFill>
                <a:effectLst/>
                <a:uFillTx/>
                <a:latin typeface="Arial"/>
              </a:rPr>
              <a:t>Second Outline Level</a:t>
            </a:r>
            <a:endParaRPr lang="en-IN" sz="2100" b="0" u="none" strike="noStrike">
              <a:solidFill>
                <a:srgbClr val="000000"/>
              </a:solidFill>
              <a:effectLst/>
              <a:uFillTx/>
              <a:latin typeface="Arial"/>
            </a:endParaRPr>
          </a:p>
          <a:p>
            <a:pPr marL="1296000" lvl="2" indent="-288000">
              <a:lnSpc>
                <a:spcPct val="100000"/>
              </a:lnSpc>
              <a:spcBef>
                <a:spcPts val="635"/>
              </a:spcBef>
              <a:buClr>
                <a:srgbClr val="77CAEE"/>
              </a:buClr>
              <a:buSzPct val="45000"/>
              <a:buFont typeface="Wingdings" charset="2"/>
              <a:buChar char=""/>
            </a:pPr>
            <a:r>
              <a:rPr lang="en-IN" sz="1800" b="0" u="none" strike="noStrike">
                <a:solidFill>
                  <a:srgbClr val="009BDD"/>
                </a:solidFill>
                <a:effectLst/>
                <a:uFillTx/>
                <a:latin typeface="Arial"/>
              </a:rPr>
              <a:t>Third Outline Level</a:t>
            </a:r>
            <a:endParaRPr lang="en-IN" sz="1800" b="0" u="none" strike="noStrike">
              <a:solidFill>
                <a:srgbClr val="000000"/>
              </a:solidFill>
              <a:effectLst/>
              <a:uFillTx/>
              <a:latin typeface="Arial"/>
            </a:endParaRPr>
          </a:p>
          <a:p>
            <a:pPr marL="1728000" lvl="3" indent="-216000">
              <a:lnSpc>
                <a:spcPct val="100000"/>
              </a:lnSpc>
              <a:spcBef>
                <a:spcPts val="422"/>
              </a:spcBef>
              <a:buClr>
                <a:srgbClr val="77CAEE"/>
              </a:buClr>
              <a:buSzPct val="45000"/>
              <a:buFont typeface="Wingdings" charset="2"/>
              <a:buChar char=""/>
            </a:pPr>
            <a:r>
              <a:rPr lang="en-IN" sz="1500" b="0" u="none" strike="noStrike">
                <a:solidFill>
                  <a:srgbClr val="009BDD"/>
                </a:solidFill>
                <a:effectLst/>
                <a:uFillTx/>
                <a:latin typeface="Arial"/>
              </a:rPr>
              <a:t>Fourth Outline Level</a:t>
            </a:r>
            <a:endParaRPr lang="en-IN" sz="1500" b="0" u="none" strike="noStrike">
              <a:solidFill>
                <a:srgbClr val="000000"/>
              </a:solidFill>
              <a:effectLst/>
              <a:uFillTx/>
              <a:latin typeface="Arial"/>
            </a:endParaRPr>
          </a:p>
          <a:p>
            <a:pPr marL="2160000" lvl="4"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Fifth Outline Level</a:t>
            </a:r>
            <a:endParaRPr lang="en-IN" sz="1500" b="0" u="none" strike="noStrike">
              <a:solidFill>
                <a:srgbClr val="000000"/>
              </a:solidFill>
              <a:effectLst/>
              <a:uFillTx/>
              <a:latin typeface="Arial"/>
            </a:endParaRPr>
          </a:p>
          <a:p>
            <a:pPr marL="2592000" lvl="5"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Sixth Outline Level</a:t>
            </a:r>
            <a:endParaRPr lang="en-IN" sz="1500" b="0" u="none" strike="noStrike">
              <a:solidFill>
                <a:srgbClr val="000000"/>
              </a:solidFill>
              <a:effectLst/>
              <a:uFillTx/>
              <a:latin typeface="Arial"/>
            </a:endParaRPr>
          </a:p>
          <a:p>
            <a:pPr marL="3024000" lvl="6"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Seventh Outline Level</a:t>
            </a:r>
            <a:endParaRPr lang="en-IN" sz="1500" b="0" u="none" strike="noStrike">
              <a:solidFill>
                <a:srgbClr val="000000"/>
              </a:solidFill>
              <a:effectLst/>
              <a:uFillTx/>
              <a:latin typeface="Arial"/>
            </a:endParaRPr>
          </a:p>
        </p:txBody>
      </p:sp>
      <p:sp>
        <p:nvSpPr>
          <p:cNvPr id="44" name="PlaceHolder 3"/>
          <p:cNvSpPr>
            <a:spLocks noGrp="1"/>
          </p:cNvSpPr>
          <p:nvPr>
            <p:ph type="dt" idx="19"/>
          </p:nvPr>
        </p:nvSpPr>
        <p:spPr>
          <a:xfrm>
            <a:off x="360000" y="5220000"/>
            <a:ext cx="2338200" cy="358200"/>
          </a:xfrm>
          <a:prstGeom prst="rect">
            <a:avLst/>
          </a:prstGeom>
          <a:noFill/>
          <a:ln w="0">
            <a:noFill/>
          </a:ln>
        </p:spPr>
        <p:txBody>
          <a:bodyPr lIns="0" tIns="0" rIns="0" bIns="0" anchor="t">
            <a:noAutofit/>
          </a:bodyPr>
          <a:lstStyle>
            <a:lvl1pPr indent="0">
              <a:lnSpc>
                <a:spcPct val="100000"/>
              </a:lnSpc>
              <a:buNone/>
              <a:tabLst>
                <a:tab pos="0" algn="l"/>
              </a:tabLst>
              <a:defRPr lang="en-IN" sz="1400" b="0" u="none" strike="noStrike">
                <a:solidFill>
                  <a:srgbClr val="FFFFFF"/>
                </a:solidFill>
                <a:effectLst/>
                <a:uFillTx/>
                <a:latin typeface="Arial"/>
              </a:defRPr>
            </a:lvl1pPr>
          </a:lstStyle>
          <a:p>
            <a:pPr indent="0">
              <a:lnSpc>
                <a:spcPct val="100000"/>
              </a:lnSpc>
              <a:buNone/>
              <a:tabLst>
                <a:tab pos="0" algn="l"/>
              </a:tabLst>
            </a:pPr>
            <a:r>
              <a:rPr lang="en-IN" sz="1400" b="0" u="none" strike="noStrike">
                <a:solidFill>
                  <a:srgbClr val="FFFFFF"/>
                </a:solidFill>
                <a:effectLst/>
                <a:uFillTx/>
                <a:latin typeface="Arial"/>
              </a:rPr>
              <a:t>&lt;date/time&gt;</a:t>
            </a:r>
            <a:endParaRPr lang="en-IN" sz="1400" b="0" u="none" strike="noStrike">
              <a:solidFill>
                <a:srgbClr val="000000"/>
              </a:solidFill>
              <a:effectLst/>
              <a:uFillTx/>
              <a:latin typeface="Times New Roman"/>
            </a:endParaRPr>
          </a:p>
        </p:txBody>
      </p:sp>
      <p:sp>
        <p:nvSpPr>
          <p:cNvPr id="45" name="PlaceHolder 4"/>
          <p:cNvSpPr>
            <a:spLocks noGrp="1"/>
          </p:cNvSpPr>
          <p:nvPr>
            <p:ph type="ftr" idx="20"/>
          </p:nvPr>
        </p:nvSpPr>
        <p:spPr>
          <a:xfrm>
            <a:off x="3420000" y="5220000"/>
            <a:ext cx="3238200" cy="358200"/>
          </a:xfrm>
          <a:prstGeom prst="rect">
            <a:avLst/>
          </a:prstGeom>
          <a:noFill/>
          <a:ln w="0">
            <a:noFill/>
          </a:ln>
        </p:spPr>
        <p:txBody>
          <a:bodyPr lIns="0" tIns="0" rIns="0" bIns="0" anchor="t">
            <a:noAutofit/>
          </a:bodyPr>
          <a:lstStyle>
            <a:lvl1pPr indent="0" algn="ctr">
              <a:lnSpc>
                <a:spcPct val="100000"/>
              </a:lnSpc>
              <a:buNone/>
              <a:tabLst>
                <a:tab pos="0" algn="l"/>
              </a:tabLst>
              <a:defRPr lang="en-IN" sz="1400" b="0" u="none" strike="noStrike">
                <a:solidFill>
                  <a:srgbClr val="FFFFFF"/>
                </a:solidFill>
                <a:effectLst/>
                <a:uFillTx/>
                <a:latin typeface="Arial"/>
              </a:defRPr>
            </a:lvl1pPr>
          </a:lstStyle>
          <a:p>
            <a:pPr indent="0" algn="ctr">
              <a:lnSpc>
                <a:spcPct val="100000"/>
              </a:lnSpc>
              <a:buNone/>
              <a:tabLst>
                <a:tab pos="0" algn="l"/>
              </a:tabLst>
            </a:pPr>
            <a:r>
              <a:rPr lang="en-IN" sz="1400" b="0" u="none" strike="noStrike">
                <a:solidFill>
                  <a:srgbClr val="FFFFFF"/>
                </a:solidFill>
                <a:effectLst/>
                <a:uFillTx/>
                <a:latin typeface="Arial"/>
              </a:rPr>
              <a:t>&lt;footer&gt;</a:t>
            </a:r>
            <a:endParaRPr lang="en-IN" sz="1400" b="0" u="none" strike="noStrike">
              <a:solidFill>
                <a:srgbClr val="000000"/>
              </a:solidFill>
              <a:effectLst/>
              <a:uFillTx/>
              <a:latin typeface="Times New Roman"/>
            </a:endParaRPr>
          </a:p>
        </p:txBody>
      </p:sp>
      <p:sp>
        <p:nvSpPr>
          <p:cNvPr id="46" name="PlaceHolder 5"/>
          <p:cNvSpPr>
            <a:spLocks noGrp="1"/>
          </p:cNvSpPr>
          <p:nvPr>
            <p:ph type="sldNum" idx="21"/>
          </p:nvPr>
        </p:nvSpPr>
        <p:spPr>
          <a:xfrm>
            <a:off x="7380000" y="5220000"/>
            <a:ext cx="2338200" cy="358200"/>
          </a:xfrm>
          <a:prstGeom prst="rect">
            <a:avLst/>
          </a:prstGeom>
          <a:noFill/>
          <a:ln w="0">
            <a:noFill/>
          </a:ln>
        </p:spPr>
        <p:txBody>
          <a:bodyPr lIns="0" tIns="0" rIns="0" bIns="0" anchor="t">
            <a:noAutofit/>
          </a:bodyPr>
          <a:lstStyle>
            <a:lvl1pPr indent="0" algn="r">
              <a:lnSpc>
                <a:spcPct val="100000"/>
              </a:lnSpc>
              <a:buNone/>
              <a:tabLst>
                <a:tab pos="0" algn="l"/>
              </a:tabLst>
              <a:defRPr lang="en-IN" sz="1400" b="0" u="none" strike="noStrike">
                <a:solidFill>
                  <a:srgbClr val="FFFFFF"/>
                </a:solidFill>
                <a:effectLst/>
                <a:uFillTx/>
                <a:latin typeface="Arial"/>
              </a:defRPr>
            </a:lvl1pPr>
          </a:lstStyle>
          <a:p>
            <a:pPr indent="0" algn="r">
              <a:lnSpc>
                <a:spcPct val="100000"/>
              </a:lnSpc>
              <a:buNone/>
              <a:tabLst>
                <a:tab pos="0" algn="l"/>
              </a:tabLst>
            </a:pPr>
            <a:fld id="{A5EEA30B-F778-44CF-A45A-01F935D65082}" type="slidenum">
              <a:rPr lang="en-IN" sz="1400" b="0" u="none" strike="noStrike">
                <a:solidFill>
                  <a:srgbClr val="FFFFFF"/>
                </a:solidFill>
                <a:effectLst/>
                <a:uFillTx/>
                <a:latin typeface="Arial"/>
              </a:rPr>
              <a:t>‹#›</a:t>
            </a:fld>
            <a:endParaRPr lang="en-IN" sz="14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Blue_Curve1_____">
    <p:spTree>
      <p:nvGrpSpPr>
        <p:cNvPr id="1" name=""/>
        <p:cNvGrpSpPr/>
        <p:nvPr/>
      </p:nvGrpSpPr>
      <p:grpSpPr>
        <a:xfrm>
          <a:off x="0" y="0"/>
          <a:ext cx="0" cy="0"/>
          <a:chOff x="0" y="0"/>
          <a:chExt cx="0" cy="0"/>
        </a:xfrm>
      </p:grpSpPr>
      <p:sp>
        <p:nvSpPr>
          <p:cNvPr id="47" name="Rectangle 46"/>
          <p:cNvSpPr/>
          <p:nvPr/>
        </p:nvSpPr>
        <p:spPr>
          <a:xfrm>
            <a:off x="0" y="0"/>
            <a:ext cx="10074960" cy="71820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endParaRPr lang="en-IN" sz="1800" b="0" u="none" strike="noStrike">
              <a:solidFill>
                <a:srgbClr val="000000"/>
              </a:solidFill>
              <a:effectLst/>
              <a:uFillTx/>
              <a:latin typeface="Arial"/>
              <a:ea typeface="DejaVu Sans"/>
            </a:endParaRPr>
          </a:p>
        </p:txBody>
      </p:sp>
      <p:sp>
        <p:nvSpPr>
          <p:cNvPr id="48" name="Rectangle 47"/>
          <p:cNvSpPr/>
          <p:nvPr/>
        </p:nvSpPr>
        <p:spPr>
          <a:xfrm>
            <a:off x="3240" y="5040000"/>
            <a:ext cx="10074960" cy="62964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scrgbClr r="0" g="0" b="0"/>
          </a:lnRef>
          <a:fillRef idx="0">
            <a:scrgbClr r="0" g="0" b="0"/>
          </a:fillRef>
          <a:effectRef idx="0">
            <a:scrgbClr r="0" g="0" b="0"/>
          </a:effectRef>
          <a:fontRef idx="minor"/>
        </p:style>
        <p:txBody>
          <a:bodyPr wrap="none" lIns="90000" tIns="45000" rIns="90000" bIns="45000" anchor="ctr">
            <a:noAutofit/>
          </a:bodyPr>
          <a:lstStyle/>
          <a:p>
            <a:endParaRPr lang="en-IN" sz="1800" b="0" u="none" strike="noStrike">
              <a:solidFill>
                <a:srgbClr val="000000"/>
              </a:solidFill>
              <a:effectLst/>
              <a:uFillTx/>
              <a:latin typeface="Arial"/>
              <a:ea typeface="DejaVu Sans"/>
            </a:endParaRPr>
          </a:p>
        </p:txBody>
      </p:sp>
      <p:sp>
        <p:nvSpPr>
          <p:cNvPr id="49" name="PlaceHolder 1"/>
          <p:cNvSpPr>
            <a:spLocks noGrp="1"/>
          </p:cNvSpPr>
          <p:nvPr>
            <p:ph type="title"/>
          </p:nvPr>
        </p:nvSpPr>
        <p:spPr>
          <a:xfrm>
            <a:off x="360000" y="180000"/>
            <a:ext cx="9358200" cy="476280"/>
          </a:xfrm>
          <a:prstGeom prst="rect">
            <a:avLst/>
          </a:prstGeom>
          <a:noFill/>
          <a:ln w="0">
            <a:noFill/>
          </a:ln>
        </p:spPr>
        <p:txBody>
          <a:bodyPr lIns="0" tIns="0" rIns="0" bIns="0" anchor="ctr">
            <a:noAutofit/>
          </a:bodyPr>
          <a:lstStyle/>
          <a:p>
            <a:pPr indent="0" algn="ctr">
              <a:lnSpc>
                <a:spcPct val="100000"/>
              </a:lnSpc>
              <a:buNone/>
              <a:tabLst>
                <a:tab pos="0" algn="l"/>
              </a:tabLst>
            </a:pPr>
            <a:r>
              <a:rPr lang="en-IN" sz="3300" b="0" u="none" strike="noStrike">
                <a:solidFill>
                  <a:srgbClr val="EEEEEE"/>
                </a:solidFill>
                <a:effectLst/>
                <a:uFillTx/>
                <a:latin typeface="Arial"/>
              </a:rPr>
              <a:t>Click to edit the title text format</a:t>
            </a:r>
            <a:endParaRPr lang="en-IN" sz="3300" b="0" u="none" strike="noStrike">
              <a:solidFill>
                <a:srgbClr val="000000"/>
              </a:solidFill>
              <a:effectLst/>
              <a:uFillTx/>
              <a:latin typeface="Arial"/>
            </a:endParaRPr>
          </a:p>
        </p:txBody>
      </p:sp>
      <p:sp>
        <p:nvSpPr>
          <p:cNvPr id="50" name="PlaceHolder 2"/>
          <p:cNvSpPr>
            <a:spLocks noGrp="1"/>
          </p:cNvSpPr>
          <p:nvPr>
            <p:ph type="body"/>
          </p:nvPr>
        </p:nvSpPr>
        <p:spPr>
          <a:xfrm>
            <a:off x="360000" y="1080000"/>
            <a:ext cx="9358200" cy="3598200"/>
          </a:xfrm>
          <a:prstGeom prst="rect">
            <a:avLst/>
          </a:prstGeom>
          <a:noFill/>
          <a:ln w="0">
            <a:noFill/>
          </a:ln>
        </p:spPr>
        <p:txBody>
          <a:bodyPr lIns="0" tIns="0" rIns="0" bIns="0" anchor="t">
            <a:noAutofit/>
          </a:bodyPr>
          <a:lstStyle/>
          <a:p>
            <a:pPr marL="432000" indent="-324000">
              <a:lnSpc>
                <a:spcPct val="100000"/>
              </a:lnSpc>
              <a:spcBef>
                <a:spcPts val="1060"/>
              </a:spcBef>
              <a:buClr>
                <a:srgbClr val="77CAEE"/>
              </a:buClr>
              <a:buSzPct val="45000"/>
              <a:buFont typeface="Wingdings" charset="2"/>
              <a:buChar char=""/>
            </a:pPr>
            <a:r>
              <a:rPr lang="en-IN" sz="2400" b="0" u="none" strike="noStrike">
                <a:solidFill>
                  <a:srgbClr val="009BDD"/>
                </a:solidFill>
                <a:effectLst/>
                <a:uFillTx/>
                <a:latin typeface="Arial"/>
              </a:rPr>
              <a:t>Click to edit the outline text format</a:t>
            </a:r>
            <a:endParaRPr lang="en-IN" sz="2400" b="0" u="none" strike="noStrike">
              <a:solidFill>
                <a:srgbClr val="000000"/>
              </a:solidFill>
              <a:effectLst/>
              <a:uFillTx/>
              <a:latin typeface="Arial"/>
            </a:endParaRPr>
          </a:p>
          <a:p>
            <a:pPr marL="864000" lvl="1" indent="-324000">
              <a:lnSpc>
                <a:spcPct val="100000"/>
              </a:lnSpc>
              <a:spcBef>
                <a:spcPts val="850"/>
              </a:spcBef>
              <a:buClr>
                <a:srgbClr val="77CAEE"/>
              </a:buClr>
              <a:buSzPct val="45000"/>
              <a:buFont typeface="Wingdings" charset="2"/>
              <a:buChar char=""/>
            </a:pPr>
            <a:r>
              <a:rPr lang="en-IN" sz="2100" b="0" u="none" strike="noStrike">
                <a:solidFill>
                  <a:srgbClr val="009BDD"/>
                </a:solidFill>
                <a:effectLst/>
                <a:uFillTx/>
                <a:latin typeface="Arial"/>
              </a:rPr>
              <a:t>Second Outline Level</a:t>
            </a:r>
            <a:endParaRPr lang="en-IN" sz="2100" b="0" u="none" strike="noStrike">
              <a:solidFill>
                <a:srgbClr val="000000"/>
              </a:solidFill>
              <a:effectLst/>
              <a:uFillTx/>
              <a:latin typeface="Arial"/>
            </a:endParaRPr>
          </a:p>
          <a:p>
            <a:pPr marL="1296000" lvl="2" indent="-288000">
              <a:lnSpc>
                <a:spcPct val="100000"/>
              </a:lnSpc>
              <a:spcBef>
                <a:spcPts val="635"/>
              </a:spcBef>
              <a:buClr>
                <a:srgbClr val="77CAEE"/>
              </a:buClr>
              <a:buSzPct val="45000"/>
              <a:buFont typeface="Wingdings" charset="2"/>
              <a:buChar char=""/>
            </a:pPr>
            <a:r>
              <a:rPr lang="en-IN" sz="1800" b="0" u="none" strike="noStrike">
                <a:solidFill>
                  <a:srgbClr val="009BDD"/>
                </a:solidFill>
                <a:effectLst/>
                <a:uFillTx/>
                <a:latin typeface="Arial"/>
              </a:rPr>
              <a:t>Third Outline Level</a:t>
            </a:r>
            <a:endParaRPr lang="en-IN" sz="1800" b="0" u="none" strike="noStrike">
              <a:solidFill>
                <a:srgbClr val="000000"/>
              </a:solidFill>
              <a:effectLst/>
              <a:uFillTx/>
              <a:latin typeface="Arial"/>
            </a:endParaRPr>
          </a:p>
          <a:p>
            <a:pPr marL="1728000" lvl="3" indent="-216000">
              <a:lnSpc>
                <a:spcPct val="100000"/>
              </a:lnSpc>
              <a:spcBef>
                <a:spcPts val="422"/>
              </a:spcBef>
              <a:buClr>
                <a:srgbClr val="77CAEE"/>
              </a:buClr>
              <a:buSzPct val="45000"/>
              <a:buFont typeface="Wingdings" charset="2"/>
              <a:buChar char=""/>
            </a:pPr>
            <a:r>
              <a:rPr lang="en-IN" sz="1500" b="0" u="none" strike="noStrike">
                <a:solidFill>
                  <a:srgbClr val="009BDD"/>
                </a:solidFill>
                <a:effectLst/>
                <a:uFillTx/>
                <a:latin typeface="Arial"/>
              </a:rPr>
              <a:t>Fourth Outline Level</a:t>
            </a:r>
            <a:endParaRPr lang="en-IN" sz="1500" b="0" u="none" strike="noStrike">
              <a:solidFill>
                <a:srgbClr val="000000"/>
              </a:solidFill>
              <a:effectLst/>
              <a:uFillTx/>
              <a:latin typeface="Arial"/>
            </a:endParaRPr>
          </a:p>
          <a:p>
            <a:pPr marL="2160000" lvl="4"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Fifth Outline Level</a:t>
            </a:r>
            <a:endParaRPr lang="en-IN" sz="1500" b="0" u="none" strike="noStrike">
              <a:solidFill>
                <a:srgbClr val="000000"/>
              </a:solidFill>
              <a:effectLst/>
              <a:uFillTx/>
              <a:latin typeface="Arial"/>
            </a:endParaRPr>
          </a:p>
          <a:p>
            <a:pPr marL="2592000" lvl="5"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Sixth Outline Level</a:t>
            </a:r>
            <a:endParaRPr lang="en-IN" sz="1500" b="0" u="none" strike="noStrike">
              <a:solidFill>
                <a:srgbClr val="000000"/>
              </a:solidFill>
              <a:effectLst/>
              <a:uFillTx/>
              <a:latin typeface="Arial"/>
            </a:endParaRPr>
          </a:p>
          <a:p>
            <a:pPr marL="3024000" lvl="6" indent="-216000">
              <a:lnSpc>
                <a:spcPct val="100000"/>
              </a:lnSpc>
              <a:spcBef>
                <a:spcPts val="210"/>
              </a:spcBef>
              <a:buClr>
                <a:srgbClr val="77CAEE"/>
              </a:buClr>
              <a:buSzPct val="45000"/>
              <a:buFont typeface="Wingdings" charset="2"/>
              <a:buChar char=""/>
            </a:pPr>
            <a:r>
              <a:rPr lang="en-IN" sz="1500" b="0" u="none" strike="noStrike">
                <a:solidFill>
                  <a:srgbClr val="009BDD"/>
                </a:solidFill>
                <a:effectLst/>
                <a:uFillTx/>
                <a:latin typeface="Arial"/>
              </a:rPr>
              <a:t>Seventh Outline Level</a:t>
            </a:r>
            <a:endParaRPr lang="en-IN" sz="1500" b="0" u="none" strike="noStrike">
              <a:solidFill>
                <a:srgbClr val="000000"/>
              </a:solidFill>
              <a:effectLst/>
              <a:uFillTx/>
              <a:latin typeface="Arial"/>
            </a:endParaRPr>
          </a:p>
        </p:txBody>
      </p:sp>
      <p:sp>
        <p:nvSpPr>
          <p:cNvPr id="51" name="PlaceHolder 3"/>
          <p:cNvSpPr>
            <a:spLocks noGrp="1"/>
          </p:cNvSpPr>
          <p:nvPr>
            <p:ph type="dt" idx="22"/>
          </p:nvPr>
        </p:nvSpPr>
        <p:spPr>
          <a:xfrm>
            <a:off x="360000" y="5220000"/>
            <a:ext cx="2338200" cy="358200"/>
          </a:xfrm>
          <a:prstGeom prst="rect">
            <a:avLst/>
          </a:prstGeom>
          <a:noFill/>
          <a:ln w="0">
            <a:noFill/>
          </a:ln>
        </p:spPr>
        <p:txBody>
          <a:bodyPr lIns="0" tIns="0" rIns="0" bIns="0" anchor="t">
            <a:noAutofit/>
          </a:bodyPr>
          <a:lstStyle>
            <a:lvl1pPr indent="0">
              <a:lnSpc>
                <a:spcPct val="100000"/>
              </a:lnSpc>
              <a:buNone/>
              <a:tabLst>
                <a:tab pos="0" algn="l"/>
              </a:tabLst>
              <a:defRPr lang="en-IN" sz="1400" b="0" u="none" strike="noStrike">
                <a:solidFill>
                  <a:srgbClr val="FFFFFF"/>
                </a:solidFill>
                <a:effectLst/>
                <a:uFillTx/>
                <a:latin typeface="Arial"/>
              </a:defRPr>
            </a:lvl1pPr>
          </a:lstStyle>
          <a:p>
            <a:pPr indent="0">
              <a:lnSpc>
                <a:spcPct val="100000"/>
              </a:lnSpc>
              <a:buNone/>
              <a:tabLst>
                <a:tab pos="0" algn="l"/>
              </a:tabLst>
            </a:pPr>
            <a:r>
              <a:rPr lang="en-IN" sz="1400" b="0" u="none" strike="noStrike">
                <a:solidFill>
                  <a:srgbClr val="FFFFFF"/>
                </a:solidFill>
                <a:effectLst/>
                <a:uFillTx/>
                <a:latin typeface="Arial"/>
              </a:rPr>
              <a:t>&lt;date/time&gt;</a:t>
            </a:r>
            <a:endParaRPr lang="en-IN" sz="1400" b="0" u="none" strike="noStrike">
              <a:solidFill>
                <a:srgbClr val="000000"/>
              </a:solidFill>
              <a:effectLst/>
              <a:uFillTx/>
              <a:latin typeface="Times New Roman"/>
            </a:endParaRPr>
          </a:p>
        </p:txBody>
      </p:sp>
      <p:sp>
        <p:nvSpPr>
          <p:cNvPr id="52" name="PlaceHolder 4"/>
          <p:cNvSpPr>
            <a:spLocks noGrp="1"/>
          </p:cNvSpPr>
          <p:nvPr>
            <p:ph type="ftr" idx="23"/>
          </p:nvPr>
        </p:nvSpPr>
        <p:spPr>
          <a:xfrm>
            <a:off x="3420000" y="5220000"/>
            <a:ext cx="3238200" cy="358200"/>
          </a:xfrm>
          <a:prstGeom prst="rect">
            <a:avLst/>
          </a:prstGeom>
          <a:noFill/>
          <a:ln w="0">
            <a:noFill/>
          </a:ln>
        </p:spPr>
        <p:txBody>
          <a:bodyPr lIns="0" tIns="0" rIns="0" bIns="0" anchor="t">
            <a:noAutofit/>
          </a:bodyPr>
          <a:lstStyle>
            <a:lvl1pPr indent="0" algn="ctr">
              <a:lnSpc>
                <a:spcPct val="100000"/>
              </a:lnSpc>
              <a:buNone/>
              <a:tabLst>
                <a:tab pos="0" algn="l"/>
              </a:tabLst>
              <a:defRPr lang="en-IN" sz="1400" b="0" u="none" strike="noStrike">
                <a:solidFill>
                  <a:srgbClr val="FFFFFF"/>
                </a:solidFill>
                <a:effectLst/>
                <a:uFillTx/>
                <a:latin typeface="Arial"/>
              </a:defRPr>
            </a:lvl1pPr>
          </a:lstStyle>
          <a:p>
            <a:pPr indent="0" algn="ctr">
              <a:lnSpc>
                <a:spcPct val="100000"/>
              </a:lnSpc>
              <a:buNone/>
              <a:tabLst>
                <a:tab pos="0" algn="l"/>
              </a:tabLst>
            </a:pPr>
            <a:r>
              <a:rPr lang="en-IN" sz="1400" b="0" u="none" strike="noStrike">
                <a:solidFill>
                  <a:srgbClr val="FFFFFF"/>
                </a:solidFill>
                <a:effectLst/>
                <a:uFillTx/>
                <a:latin typeface="Arial"/>
              </a:rPr>
              <a:t>&lt;footer&gt;</a:t>
            </a:r>
            <a:endParaRPr lang="en-IN" sz="1400" b="0" u="none" strike="noStrike">
              <a:solidFill>
                <a:srgbClr val="000000"/>
              </a:solidFill>
              <a:effectLst/>
              <a:uFillTx/>
              <a:latin typeface="Times New Roman"/>
            </a:endParaRPr>
          </a:p>
        </p:txBody>
      </p:sp>
      <p:sp>
        <p:nvSpPr>
          <p:cNvPr id="53" name="PlaceHolder 5"/>
          <p:cNvSpPr>
            <a:spLocks noGrp="1"/>
          </p:cNvSpPr>
          <p:nvPr>
            <p:ph type="sldNum" idx="24"/>
          </p:nvPr>
        </p:nvSpPr>
        <p:spPr>
          <a:xfrm>
            <a:off x="7380000" y="5220000"/>
            <a:ext cx="2338200" cy="358200"/>
          </a:xfrm>
          <a:prstGeom prst="rect">
            <a:avLst/>
          </a:prstGeom>
          <a:noFill/>
          <a:ln w="0">
            <a:noFill/>
          </a:ln>
        </p:spPr>
        <p:txBody>
          <a:bodyPr lIns="0" tIns="0" rIns="0" bIns="0" anchor="t">
            <a:noAutofit/>
          </a:bodyPr>
          <a:lstStyle>
            <a:lvl1pPr indent="0" algn="r">
              <a:lnSpc>
                <a:spcPct val="100000"/>
              </a:lnSpc>
              <a:buNone/>
              <a:tabLst>
                <a:tab pos="0" algn="l"/>
              </a:tabLst>
              <a:defRPr lang="en-IN" sz="1400" b="0" u="none" strike="noStrike">
                <a:solidFill>
                  <a:srgbClr val="FFFFFF"/>
                </a:solidFill>
                <a:effectLst/>
                <a:uFillTx/>
                <a:latin typeface="Arial"/>
              </a:defRPr>
            </a:lvl1pPr>
          </a:lstStyle>
          <a:p>
            <a:pPr indent="0" algn="r">
              <a:lnSpc>
                <a:spcPct val="100000"/>
              </a:lnSpc>
              <a:buNone/>
              <a:tabLst>
                <a:tab pos="0" algn="l"/>
              </a:tabLst>
            </a:pPr>
            <a:fld id="{095BB45D-F16C-4E96-B608-6A3FF4DCCCD1}" type="slidenum">
              <a:rPr lang="en-IN" sz="1400" b="0" u="none" strike="noStrike">
                <a:solidFill>
                  <a:srgbClr val="FFFFFF"/>
                </a:solidFill>
                <a:effectLst/>
                <a:uFillTx/>
                <a:latin typeface="Arial"/>
              </a:rPr>
              <a:t>‹#›</a:t>
            </a:fld>
            <a:endParaRPr lang="en-IN" sz="14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360360" y="1618200"/>
            <a:ext cx="8998200" cy="1081800"/>
          </a:xfrm>
          <a:prstGeom prst="rect">
            <a:avLst/>
          </a:prstGeom>
          <a:noFill/>
          <a:ln w="0">
            <a:noFill/>
          </a:ln>
        </p:spPr>
        <p:txBody>
          <a:bodyPr lIns="0" tIns="0" rIns="0" bIns="0" anchor="ctr">
            <a:spAutoFit/>
          </a:bodyPr>
          <a:lstStyle/>
          <a:p>
            <a:pPr indent="0" algn="ctr">
              <a:lnSpc>
                <a:spcPct val="100000"/>
              </a:lnSpc>
              <a:buNone/>
              <a:tabLst>
                <a:tab pos="0" algn="l"/>
              </a:tabLst>
            </a:pPr>
            <a:r>
              <a:rPr lang="en-IN" sz="3300" b="0" u="none" strike="noStrike">
                <a:solidFill>
                  <a:srgbClr val="DD4100"/>
                </a:solidFill>
                <a:effectLst/>
                <a:uFillTx/>
                <a:latin typeface="Arial"/>
              </a:rPr>
              <a:t>Proto C Parser </a:t>
            </a:r>
            <a:br>
              <a:rPr sz="3300"/>
            </a:br>
            <a:r>
              <a:rPr lang="en-IN" sz="2000" b="0" u="none" strike="noStrike">
                <a:solidFill>
                  <a:srgbClr val="DD4100"/>
                </a:solidFill>
                <a:effectLst/>
                <a:uFillTx/>
                <a:latin typeface="Arial"/>
              </a:rPr>
              <a:t>by</a:t>
            </a:r>
            <a:r>
              <a:rPr lang="en-IN" sz="3300" b="0" u="none" strike="noStrike">
                <a:solidFill>
                  <a:srgbClr val="DD4100"/>
                </a:solidFill>
                <a:effectLst/>
                <a:uFillTx/>
                <a:latin typeface="Arial"/>
              </a:rPr>
              <a:t> </a:t>
            </a:r>
            <a:r>
              <a:rPr lang="en-IN" sz="2000" b="0" u="none" strike="noStrike">
                <a:solidFill>
                  <a:srgbClr val="DD4100"/>
                </a:solidFill>
                <a:effectLst/>
                <a:uFillTx/>
                <a:latin typeface="Arial"/>
              </a:rPr>
              <a:t>Daipayan Bhowal</a:t>
            </a:r>
            <a:endParaRPr lang="en-IN" sz="20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360000" y="166680"/>
            <a:ext cx="9358200" cy="503280"/>
          </a:xfrm>
          <a:prstGeom prst="rect">
            <a:avLst/>
          </a:prstGeom>
          <a:noFill/>
          <a:ln w="0">
            <a:noFill/>
          </a:ln>
        </p:spPr>
        <p:txBody>
          <a:bodyPr lIns="0" tIns="0" rIns="0" bIns="0" anchor="ctr">
            <a:spAutoFit/>
          </a:bodyPr>
          <a:lstStyle/>
          <a:p>
            <a:pPr indent="0" algn="ctr">
              <a:lnSpc>
                <a:spcPct val="100000"/>
              </a:lnSpc>
              <a:buNone/>
              <a:tabLst>
                <a:tab pos="0" algn="l"/>
              </a:tabLst>
            </a:pPr>
            <a:r>
              <a:rPr lang="en-IN" sz="3300" b="0" u="none" strike="noStrike" dirty="0">
                <a:solidFill>
                  <a:srgbClr val="EEEEEE"/>
                </a:solidFill>
                <a:effectLst/>
                <a:uFillTx/>
                <a:latin typeface="Arial"/>
              </a:rPr>
              <a:t>Designing </a:t>
            </a:r>
            <a:r>
              <a:rPr lang="en-IN" sz="3300" dirty="0">
                <a:solidFill>
                  <a:srgbClr val="EEEEEE"/>
                </a:solidFill>
                <a:latin typeface="Arial"/>
              </a:rPr>
              <a:t>e</a:t>
            </a:r>
            <a:r>
              <a:rPr lang="en-IN" sz="3300" b="0" u="none" strike="noStrike" dirty="0">
                <a:solidFill>
                  <a:srgbClr val="EEEEEE"/>
                </a:solidFill>
                <a:effectLst/>
                <a:uFillTx/>
                <a:latin typeface="Arial"/>
              </a:rPr>
              <a:t>xpression parser</a:t>
            </a:r>
            <a:endParaRPr lang="en-IN" sz="3300" b="0" u="none" strike="noStrike" dirty="0">
              <a:solidFill>
                <a:srgbClr val="000000"/>
              </a:solidFill>
              <a:effectLst/>
              <a:uFillTx/>
              <a:latin typeface="Arial"/>
            </a:endParaRPr>
          </a:p>
        </p:txBody>
      </p:sp>
      <p:sp>
        <p:nvSpPr>
          <p:cNvPr id="56" name="PlaceHolder 2"/>
          <p:cNvSpPr>
            <a:spLocks noGrp="1"/>
          </p:cNvSpPr>
          <p:nvPr>
            <p:ph/>
          </p:nvPr>
        </p:nvSpPr>
        <p:spPr>
          <a:xfrm>
            <a:off x="360000" y="900360"/>
            <a:ext cx="9358200" cy="3598200"/>
          </a:xfrm>
          <a:prstGeom prst="rect">
            <a:avLst/>
          </a:prstGeom>
          <a:noFill/>
          <a:ln w="0">
            <a:noFill/>
          </a:ln>
        </p:spPr>
        <p:txBody>
          <a:bodyPr lIns="0" tIns="0" rIns="0" bIns="0" anchor="t">
            <a:noAutofit/>
          </a:bodyPr>
          <a:lstStyle/>
          <a:p>
            <a:pPr marL="432000" indent="-324000">
              <a:lnSpc>
                <a:spcPct val="100000"/>
              </a:lnSpc>
              <a:spcBef>
                <a:spcPts val="1060"/>
              </a:spcBef>
              <a:buClr>
                <a:srgbClr val="77CAEE"/>
              </a:buClr>
              <a:buSzPct val="45000"/>
              <a:buFont typeface="Wingdings" charset="2"/>
              <a:buChar char=""/>
            </a:pPr>
            <a:r>
              <a:rPr lang="en-IN" sz="1800" b="0" u="none" strike="noStrike">
                <a:solidFill>
                  <a:srgbClr val="009BDD"/>
                </a:solidFill>
                <a:effectLst/>
                <a:uFillTx/>
                <a:latin typeface="Arial"/>
              </a:rPr>
              <a:t>Recursive descent parser are sets of recursion which will decide the combination of tokens</a:t>
            </a:r>
            <a:endParaRPr lang="en-IN" sz="1800" b="0" u="none" strike="noStrike">
              <a:solidFill>
                <a:srgbClr val="000000"/>
              </a:solidFill>
              <a:effectLst/>
              <a:uFillTx/>
              <a:latin typeface="Arial"/>
            </a:endParaRPr>
          </a:p>
          <a:p>
            <a:pPr marL="432000" indent="-324000">
              <a:lnSpc>
                <a:spcPct val="100000"/>
              </a:lnSpc>
              <a:spcBef>
                <a:spcPts val="1060"/>
              </a:spcBef>
              <a:buClr>
                <a:srgbClr val="77CAEE"/>
              </a:buClr>
              <a:buSzPct val="45000"/>
              <a:buFont typeface="Wingdings" charset="2"/>
              <a:buChar char=""/>
            </a:pPr>
            <a:r>
              <a:rPr lang="en-IN" sz="1800" b="0" u="none" strike="noStrike">
                <a:solidFill>
                  <a:srgbClr val="009BDD"/>
                </a:solidFill>
                <a:effectLst/>
                <a:uFillTx/>
                <a:latin typeface="Arial"/>
              </a:rPr>
              <a:t>We are going to design a Recursive descent parser for C in which  we are going to do in-lining, left recursion removal, left factoring, merging, commonality, cyclic reference removal, symbol matching first, lookahead based termination etc.</a:t>
            </a:r>
            <a:endParaRPr lang="en-IN" sz="1800" b="0" u="none" strike="noStrike">
              <a:solidFill>
                <a:srgbClr val="000000"/>
              </a:solidFill>
              <a:effectLst/>
              <a:uFillTx/>
              <a:latin typeface="Arial"/>
            </a:endParaRPr>
          </a:p>
          <a:p>
            <a:pPr marL="432000" indent="-324000">
              <a:lnSpc>
                <a:spcPct val="100000"/>
              </a:lnSpc>
              <a:spcBef>
                <a:spcPts val="1060"/>
              </a:spcBef>
              <a:buClr>
                <a:srgbClr val="77CAEE"/>
              </a:buClr>
              <a:buSzPct val="45000"/>
              <a:buFont typeface="Wingdings" charset="2"/>
              <a:buChar char=""/>
            </a:pPr>
            <a:r>
              <a:rPr lang="en-IN" sz="1800" b="0" u="none" strike="noStrike">
                <a:solidFill>
                  <a:srgbClr val="009BDD"/>
                </a:solidFill>
                <a:effectLst/>
                <a:uFillTx/>
                <a:latin typeface="Arial"/>
              </a:rPr>
              <a:t>We will start from top to bottom grammer i.e. from expression/assignment-expression and move to bottom nodes like unary_expression, primary_expression &amp; postfix_expression</a:t>
            </a:r>
            <a:endParaRPr lang="en-IN" sz="1800" b="0" u="none" strike="noStrike">
              <a:solidFill>
                <a:srgbClr val="000000"/>
              </a:solidFill>
              <a:effectLst/>
              <a:uFillTx/>
              <a:latin typeface="Arial"/>
            </a:endParaRPr>
          </a:p>
          <a:p>
            <a:pPr marL="432000" indent="-324000">
              <a:lnSpc>
                <a:spcPct val="100000"/>
              </a:lnSpc>
              <a:spcBef>
                <a:spcPts val="1060"/>
              </a:spcBef>
              <a:buClr>
                <a:srgbClr val="77CAEE"/>
              </a:buClr>
              <a:buSzPct val="45000"/>
              <a:buFont typeface="Wingdings" charset="2"/>
              <a:buChar char=""/>
            </a:pPr>
            <a:r>
              <a:rPr lang="en-IN" sz="1800" b="0" u="none" strike="noStrike">
                <a:solidFill>
                  <a:srgbClr val="009BDD"/>
                </a:solidFill>
                <a:effectLst/>
                <a:uFillTx/>
                <a:latin typeface="Arial"/>
              </a:rPr>
              <a:t>The bottom nodes/leafs of the tree can only be one of them, either unary_expression or primary_expression or postfix_expression, all other symbols will be an operator </a:t>
            </a:r>
            <a:endParaRPr lang="en-IN" sz="1800" b="0" u="none" strike="noStrike">
              <a:solidFill>
                <a:srgbClr val="000000"/>
              </a:solidFill>
              <a:effectLst/>
              <a:uFillTx/>
              <a:latin typeface="Arial"/>
            </a:endParaRPr>
          </a:p>
          <a:p>
            <a:pPr marL="432000" indent="-324000">
              <a:lnSpc>
                <a:spcPct val="100000"/>
              </a:lnSpc>
              <a:spcBef>
                <a:spcPts val="1060"/>
              </a:spcBef>
              <a:buClr>
                <a:srgbClr val="77CAEE"/>
              </a:buClr>
              <a:buSzPct val="45000"/>
              <a:buFont typeface="Wingdings" charset="2"/>
              <a:buChar char=""/>
            </a:pPr>
            <a:r>
              <a:rPr lang="en-IN" sz="1800" b="0" u="none" strike="noStrike">
                <a:solidFill>
                  <a:srgbClr val="009BDD"/>
                </a:solidFill>
                <a:effectLst/>
                <a:uFillTx/>
                <a:latin typeface="Arial"/>
              </a:rPr>
              <a:t>We will start the parsing from the top most nodes that can be assignment operator’s like ‘=’ ,’+=’ ‘-=’ etc. Or a comma operator ‘,’ for supporting list of multiple expressions as given in grammer </a:t>
            </a:r>
            <a:endParaRPr lang="en-IN" sz="1800" b="0" u="none" strike="noStrike">
              <a:solidFill>
                <a:srgbClr val="000000"/>
              </a:solidFill>
              <a:effectLst/>
              <a:uFillTx/>
              <a:latin typeface="Arial"/>
            </a:endParaRPr>
          </a:p>
        </p:txBody>
      </p:sp>
      <p:sp>
        <p:nvSpPr>
          <p:cNvPr id="4" name="PlaceHolder 3"/>
          <p:cNvSpPr>
            <a:spLocks noGrp="1"/>
          </p:cNvSpPr>
          <p:nvPr>
            <p:ph type="sldNum" idx="3"/>
          </p:nvPr>
        </p:nvSpPr>
        <p:spPr/>
        <p:txBody>
          <a:bodyPr/>
          <a:lstStyle/>
          <a:p>
            <a:fld id="{00C8706F-181D-44D4-A49B-D55ADF1839C5}"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360000" y="166680"/>
            <a:ext cx="9358200" cy="503280"/>
          </a:xfrm>
          <a:prstGeom prst="rect">
            <a:avLst/>
          </a:prstGeom>
          <a:noFill/>
          <a:ln w="0">
            <a:noFill/>
          </a:ln>
        </p:spPr>
        <p:txBody>
          <a:bodyPr lIns="0" tIns="0" rIns="0" bIns="0" anchor="ctr">
            <a:spAutoFit/>
          </a:bodyPr>
          <a:lstStyle/>
          <a:p>
            <a:pPr algn="ctr">
              <a:lnSpc>
                <a:spcPct val="100000"/>
              </a:lnSpc>
              <a:tabLst>
                <a:tab pos="0" algn="l"/>
              </a:tabLst>
            </a:pPr>
            <a:r>
              <a:rPr lang="en-IN" sz="3300" dirty="0">
                <a:solidFill>
                  <a:srgbClr val="EEEEEE"/>
                </a:solidFill>
              </a:rPr>
              <a:t>Designing expression parser</a:t>
            </a:r>
            <a:endParaRPr lang="en-IN" sz="3300" b="0" u="none" strike="noStrike" dirty="0">
              <a:solidFill>
                <a:srgbClr val="000000"/>
              </a:solidFill>
              <a:effectLst/>
              <a:uFillTx/>
              <a:latin typeface="Arial"/>
            </a:endParaRPr>
          </a:p>
        </p:txBody>
      </p:sp>
      <p:sp>
        <p:nvSpPr>
          <p:cNvPr id="58" name="PlaceHolder 2"/>
          <p:cNvSpPr>
            <a:spLocks noGrp="1"/>
          </p:cNvSpPr>
          <p:nvPr>
            <p:ph/>
          </p:nvPr>
        </p:nvSpPr>
        <p:spPr>
          <a:xfrm>
            <a:off x="360000" y="1080000"/>
            <a:ext cx="9358200" cy="3598200"/>
          </a:xfrm>
          <a:prstGeom prst="rect">
            <a:avLst/>
          </a:prstGeom>
          <a:noFill/>
          <a:ln w="0">
            <a:noFill/>
          </a:ln>
        </p:spPr>
        <p:txBody>
          <a:bodyPr lIns="0" tIns="0" rIns="0" bIns="0" anchor="t">
            <a:noAutofit/>
          </a:bodyPr>
          <a:lstStyle/>
          <a:p>
            <a:pPr marL="432000" indent="-324000">
              <a:lnSpc>
                <a:spcPct val="100000"/>
              </a:lnSpc>
              <a:spcBef>
                <a:spcPts val="1191"/>
              </a:spcBef>
              <a:spcAft>
                <a:spcPts val="992"/>
              </a:spcAft>
              <a:buClr>
                <a:srgbClr val="77CAEE"/>
              </a:buClr>
              <a:buSzPct val="45000"/>
              <a:buFont typeface="Wingdings" charset="2"/>
              <a:buChar char=""/>
            </a:pPr>
            <a:r>
              <a:rPr lang="en-IN" sz="1000" b="0" u="none" strike="noStrike">
                <a:solidFill>
                  <a:srgbClr val="000000"/>
                </a:solidFill>
                <a:effectLst/>
                <a:uFillTx/>
                <a:latin typeface="Arial"/>
              </a:rPr>
              <a:t>Suppose from this a expression grammer, how should be the pseudo-code for this ?</a:t>
            </a:r>
            <a:br>
              <a:rPr sz="1000"/>
            </a:br>
            <a:br>
              <a:rPr sz="1000"/>
            </a:br>
            <a:r>
              <a:rPr lang="en-IN" sz="1000" b="1" u="none" strike="noStrike">
                <a:solidFill>
                  <a:srgbClr val="000000"/>
                </a:solidFill>
                <a:effectLst/>
                <a:uFillTx/>
                <a:latin typeface="Arial"/>
              </a:rPr>
              <a:t>expression:</a:t>
            </a:r>
            <a:br>
              <a:rPr sz="1000"/>
            </a:br>
            <a:r>
              <a:rPr lang="en-IN" sz="1000" b="1" u="none" strike="noStrike">
                <a:solidFill>
                  <a:srgbClr val="000000"/>
                </a:solidFill>
                <a:effectLst/>
                <a:uFillTx/>
                <a:latin typeface="Arial"/>
              </a:rPr>
              <a:t>assignment-expression , expression</a:t>
            </a:r>
            <a:r>
              <a:rPr lang="en-IN" sz="1000" b="0" u="none" strike="noStrike">
                <a:solidFill>
                  <a:srgbClr val="000000"/>
                </a:solidFill>
                <a:effectLst/>
                <a:uFillTx/>
                <a:latin typeface="Arial"/>
              </a:rPr>
              <a:t> </a:t>
            </a:r>
            <a:br>
              <a:rPr sz="1000"/>
            </a:br>
            <a:br>
              <a:rPr sz="1000"/>
            </a:br>
            <a:br>
              <a:rPr sz="1000"/>
            </a:br>
            <a:r>
              <a:rPr lang="en-IN" sz="1000" b="0" u="none" strike="noStrike">
                <a:solidFill>
                  <a:srgbClr val="000000"/>
                </a:solidFill>
                <a:effectLst/>
                <a:uFillTx/>
                <a:latin typeface="Arial"/>
              </a:rPr>
              <a:t>The Pseudo-code for the above grammer is:-</a:t>
            </a:r>
            <a:br>
              <a:rPr sz="1000"/>
            </a:br>
            <a:br>
              <a:rPr sz="1000"/>
            </a:br>
            <a:r>
              <a:rPr lang="en-IN" sz="1000" b="0" u="none" strike="noStrike">
                <a:solidFill>
                  <a:srgbClr val="000000"/>
                </a:solidFill>
                <a:effectLst/>
                <a:uFillTx/>
                <a:latin typeface="Arial"/>
              </a:rPr>
              <a:t>expression()</a:t>
            </a:r>
            <a:br>
              <a:rPr sz="1000"/>
            </a:br>
            <a:r>
              <a:rPr lang="en-IN" sz="1000" b="0" u="none" strike="noStrike">
                <a:solidFill>
                  <a:srgbClr val="000000"/>
                </a:solidFill>
                <a:effectLst/>
                <a:uFillTx/>
                <a:latin typeface="Arial"/>
              </a:rPr>
              <a:t>{</a:t>
            </a:r>
            <a:br>
              <a:rPr sz="1000"/>
            </a:br>
            <a:r>
              <a:rPr lang="en-IN" sz="1000" b="0" u="none" strike="noStrike">
                <a:solidFill>
                  <a:srgbClr val="000000"/>
                </a:solidFill>
                <a:effectLst/>
                <a:uFillTx/>
                <a:latin typeface="Arial"/>
              </a:rPr>
              <a:t>  assignment-expression();</a:t>
            </a:r>
            <a:br>
              <a:rPr sz="1000"/>
            </a:br>
            <a:br>
              <a:rPr sz="1000"/>
            </a:br>
            <a:r>
              <a:rPr lang="en-IN" sz="1000" b="0" u="none" strike="noStrike">
                <a:solidFill>
                  <a:srgbClr val="000000"/>
                </a:solidFill>
                <a:effectLst/>
                <a:uFillTx/>
                <a:latin typeface="Arial"/>
              </a:rPr>
              <a:t>  if(currentToken() == ‘,’)</a:t>
            </a:r>
            <a:br>
              <a:rPr sz="1000"/>
            </a:br>
            <a:r>
              <a:rPr lang="en-IN" sz="1000" b="0" u="none" strike="noStrike">
                <a:solidFill>
                  <a:srgbClr val="000000"/>
                </a:solidFill>
                <a:effectLst/>
                <a:uFillTx/>
                <a:latin typeface="Arial"/>
              </a:rPr>
              <a:t>    expression();</a:t>
            </a:r>
            <a:br>
              <a:rPr sz="1000"/>
            </a:br>
            <a:r>
              <a:rPr lang="en-IN" sz="1000" b="0" u="none" strike="noStrike">
                <a:solidFill>
                  <a:srgbClr val="000000"/>
                </a:solidFill>
                <a:effectLst/>
                <a:uFillTx/>
                <a:latin typeface="Arial"/>
              </a:rPr>
              <a:t>   </a:t>
            </a:r>
            <a:br>
              <a:rPr sz="1000"/>
            </a:br>
            <a:r>
              <a:rPr lang="en-IN" sz="1000" b="0" u="none" strike="noStrike">
                <a:solidFill>
                  <a:srgbClr val="000000"/>
                </a:solidFill>
                <a:effectLst/>
                <a:uFillTx/>
                <a:latin typeface="Arial"/>
              </a:rPr>
              <a:t>}</a:t>
            </a:r>
            <a:br>
              <a:rPr sz="1000"/>
            </a:br>
            <a:br>
              <a:rPr sz="1000"/>
            </a:br>
            <a:r>
              <a:rPr lang="en-IN" sz="1000" b="0" u="none" strike="noStrike">
                <a:solidFill>
                  <a:srgbClr val="000000"/>
                </a:solidFill>
                <a:effectLst/>
                <a:uFillTx/>
                <a:latin typeface="Arial"/>
              </a:rPr>
              <a:t>As you can see from comma(‘,’) onwards it’s optional hence kept inside the if condition</a:t>
            </a:r>
            <a:br>
              <a:rPr sz="1000"/>
            </a:br>
            <a:br>
              <a:rPr sz="1000"/>
            </a:br>
            <a:r>
              <a:rPr lang="en-IN" sz="1000" b="1" u="none" strike="noStrike">
                <a:solidFill>
                  <a:srgbClr val="000000"/>
                </a:solidFill>
                <a:effectLst/>
                <a:uFillTx/>
                <a:latin typeface="Arial"/>
              </a:rPr>
              <a:t>expression: </a:t>
            </a:r>
            <a:br>
              <a:rPr sz="1000"/>
            </a:br>
            <a:r>
              <a:rPr lang="en-IN" sz="1000" b="1" u="none" strike="noStrike">
                <a:solidFill>
                  <a:srgbClr val="000000"/>
                </a:solidFill>
                <a:effectLst/>
                <a:uFillTx/>
                <a:latin typeface="Arial"/>
              </a:rPr>
              <a:t>assignment-expression {, expression}</a:t>
            </a:r>
            <a:r>
              <a:rPr lang="en-IN" sz="700" b="1" u="none" strike="noStrike">
                <a:solidFill>
                  <a:srgbClr val="000000"/>
                </a:solidFill>
                <a:effectLst/>
                <a:uFillTx/>
                <a:latin typeface="Arial"/>
              </a:rPr>
              <a:t>opt</a:t>
            </a:r>
            <a:r>
              <a:rPr lang="en-IN" sz="700" b="0" u="none" strike="noStrike">
                <a:solidFill>
                  <a:srgbClr val="000000"/>
                </a:solidFill>
                <a:effectLst/>
                <a:uFillTx/>
                <a:latin typeface="Arial"/>
              </a:rPr>
              <a:t> </a:t>
            </a:r>
            <a:br>
              <a:rPr sz="1000"/>
            </a:br>
            <a:br>
              <a:rPr sz="1000"/>
            </a:br>
            <a:br>
              <a:rPr sz="1000"/>
            </a:br>
            <a:br>
              <a:rPr sz="1000"/>
            </a:br>
            <a:br>
              <a:rPr sz="1000"/>
            </a:br>
            <a:br>
              <a:rPr sz="1000"/>
            </a:br>
            <a:br>
              <a:rPr sz="1000"/>
            </a:br>
            <a:br>
              <a:rPr sz="1000"/>
            </a:br>
            <a:r>
              <a:rPr lang="en-IN" sz="1000" b="0" u="none" strike="noStrike">
                <a:solidFill>
                  <a:srgbClr val="000000"/>
                </a:solidFill>
                <a:effectLst/>
                <a:uFillTx/>
                <a:latin typeface="Arial"/>
              </a:rPr>
              <a:t> </a:t>
            </a:r>
          </a:p>
        </p:txBody>
      </p:sp>
      <p:sp>
        <p:nvSpPr>
          <p:cNvPr id="4" name="PlaceHolder 3"/>
          <p:cNvSpPr>
            <a:spLocks noGrp="1"/>
          </p:cNvSpPr>
          <p:nvPr>
            <p:ph type="sldNum" idx="3"/>
          </p:nvPr>
        </p:nvSpPr>
        <p:spPr/>
        <p:txBody>
          <a:bodyPr/>
          <a:lstStyle/>
          <a:p>
            <a:fld id="{05E8A114-AE08-447B-B424-0EDBE7633D5C}" type="slidenu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360000" y="166680"/>
            <a:ext cx="9358200" cy="503280"/>
          </a:xfrm>
          <a:prstGeom prst="rect">
            <a:avLst/>
          </a:prstGeom>
          <a:noFill/>
          <a:ln w="0">
            <a:noFill/>
          </a:ln>
        </p:spPr>
        <p:txBody>
          <a:bodyPr lIns="0" tIns="0" rIns="0" bIns="0" anchor="ctr">
            <a:spAutoFit/>
          </a:bodyPr>
          <a:lstStyle/>
          <a:p>
            <a:pPr algn="ctr">
              <a:lnSpc>
                <a:spcPct val="100000"/>
              </a:lnSpc>
              <a:tabLst>
                <a:tab pos="0" algn="l"/>
              </a:tabLst>
            </a:pPr>
            <a:r>
              <a:rPr lang="en-IN" sz="3300" dirty="0">
                <a:solidFill>
                  <a:srgbClr val="EEEEEE"/>
                </a:solidFill>
              </a:rPr>
              <a:t>Designing expression parser</a:t>
            </a:r>
            <a:r>
              <a:rPr lang="en-IN" sz="3300" b="0" u="none" strike="noStrike" dirty="0">
                <a:solidFill>
                  <a:srgbClr val="EEEEEE"/>
                </a:solidFill>
                <a:effectLst/>
                <a:uFillTx/>
                <a:latin typeface="Arial"/>
              </a:rPr>
              <a:t>- inlining</a:t>
            </a:r>
            <a:endParaRPr lang="en-IN" sz="3300" b="0" u="none" strike="noStrike" dirty="0">
              <a:solidFill>
                <a:srgbClr val="000000"/>
              </a:solidFill>
              <a:effectLst/>
              <a:uFillTx/>
              <a:latin typeface="Arial"/>
            </a:endParaRPr>
          </a:p>
        </p:txBody>
      </p:sp>
      <p:sp>
        <p:nvSpPr>
          <p:cNvPr id="60" name="PlaceHolder 2"/>
          <p:cNvSpPr>
            <a:spLocks noGrp="1"/>
          </p:cNvSpPr>
          <p:nvPr>
            <p:ph/>
          </p:nvPr>
        </p:nvSpPr>
        <p:spPr>
          <a:xfrm>
            <a:off x="360000" y="1080000"/>
            <a:ext cx="9358200" cy="3598200"/>
          </a:xfrm>
          <a:prstGeom prst="rect">
            <a:avLst/>
          </a:prstGeom>
          <a:noFill/>
          <a:ln w="0">
            <a:noFill/>
          </a:ln>
        </p:spPr>
        <p:txBody>
          <a:bodyPr lIns="0" tIns="0" rIns="0" bIns="0" anchor="t">
            <a:noAutofit/>
          </a:bodyPr>
          <a:lstStyle/>
          <a:p>
            <a:pPr marL="432000" indent="0">
              <a:lnSpc>
                <a:spcPct val="100000"/>
              </a:lnSpc>
              <a:spcBef>
                <a:spcPts val="1191"/>
              </a:spcBef>
              <a:spcAft>
                <a:spcPts val="992"/>
              </a:spcAft>
              <a:buNone/>
              <a:tabLst>
                <a:tab pos="0" algn="l"/>
              </a:tabLst>
            </a:pPr>
            <a:br>
              <a:rPr sz="700"/>
            </a:br>
            <a:r>
              <a:rPr lang="en-IN" sz="1000" b="1" u="none" strike="noStrike">
                <a:solidFill>
                  <a:srgbClr val="000000"/>
                </a:solidFill>
                <a:effectLst/>
                <a:uFillTx/>
                <a:latin typeface="Arial"/>
              </a:rPr>
              <a:t>assignment-expression:</a:t>
            </a:r>
            <a:br>
              <a:rPr sz="1000"/>
            </a:br>
            <a:r>
              <a:rPr lang="en-IN" sz="1000" b="1" u="none" strike="noStrike">
                <a:solidFill>
                  <a:srgbClr val="000000"/>
                </a:solidFill>
                <a:effectLst/>
                <a:uFillTx/>
                <a:latin typeface="Arial"/>
              </a:rPr>
              <a:t>conditional-expression</a:t>
            </a:r>
            <a:br>
              <a:rPr sz="1000"/>
            </a:br>
            <a:r>
              <a:rPr lang="en-IN" sz="1000" b="1" u="none" strike="noStrike">
                <a:solidFill>
                  <a:srgbClr val="000000"/>
                </a:solidFill>
                <a:effectLst/>
                <a:uFillTx/>
                <a:latin typeface="Arial"/>
              </a:rPr>
              <a:t>unary-expression assignment-operator assignment-expression</a:t>
            </a:r>
            <a:endParaRPr lang="en-IN" sz="1000" b="0" u="none" strike="noStrike">
              <a:solidFill>
                <a:srgbClr val="000000"/>
              </a:solidFill>
              <a:effectLst/>
              <a:uFillTx/>
              <a:latin typeface="Arial"/>
            </a:endParaRPr>
          </a:p>
          <a:p>
            <a:pPr marL="432000" indent="-324000">
              <a:lnSpc>
                <a:spcPct val="100000"/>
              </a:lnSpc>
              <a:spcBef>
                <a:spcPts val="1191"/>
              </a:spcBef>
              <a:spcAft>
                <a:spcPts val="992"/>
              </a:spcAft>
              <a:buClr>
                <a:srgbClr val="77CAEE"/>
              </a:buClr>
              <a:buSzPct val="45000"/>
              <a:buFont typeface="Wingdings" charset="2"/>
              <a:buChar char=""/>
              <a:tabLst>
                <a:tab pos="0" algn="l"/>
              </a:tabLst>
            </a:pPr>
            <a:r>
              <a:rPr lang="en-IN" sz="1000" b="1" u="none" strike="noStrike">
                <a:solidFill>
                  <a:srgbClr val="000000"/>
                </a:solidFill>
                <a:effectLst/>
                <a:uFillTx/>
                <a:latin typeface="Arial"/>
              </a:rPr>
              <a:t>assignment-operator: one of</a:t>
            </a:r>
            <a:br>
              <a:rPr sz="1000"/>
            </a:br>
            <a:r>
              <a:rPr lang="en-IN" sz="1000" b="1" u="none" strike="noStrike">
                <a:solidFill>
                  <a:srgbClr val="000000"/>
                </a:solidFill>
                <a:effectLst/>
                <a:uFillTx/>
                <a:latin typeface="Arial"/>
              </a:rPr>
              <a:t>= *= /= %= += -= &lt;&lt;= &gt;&gt;= &amp;= ^= |=</a:t>
            </a:r>
            <a:br>
              <a:rPr sz="1000"/>
            </a:br>
            <a:br>
              <a:rPr sz="1000"/>
            </a:br>
            <a:r>
              <a:rPr lang="en-IN" sz="1000" b="0" u="none" strike="noStrike">
                <a:solidFill>
                  <a:srgbClr val="000000"/>
                </a:solidFill>
                <a:effectLst/>
                <a:uFillTx/>
                <a:latin typeface="Arial"/>
              </a:rPr>
              <a:t>now replace the assignment-operator with each of the operators, The inlining for the above grammer is:-</a:t>
            </a:r>
            <a:br>
              <a:rPr sz="1000"/>
            </a:br>
            <a:br>
              <a:rPr sz="1000"/>
            </a:br>
            <a:r>
              <a:rPr lang="en-IN" sz="1000" b="1" u="none" strike="noStrike">
                <a:solidFill>
                  <a:srgbClr val="000000"/>
                </a:solidFill>
                <a:effectLst/>
                <a:uFillTx/>
                <a:latin typeface="Arial"/>
              </a:rPr>
              <a:t>assignment-expression: </a:t>
            </a:r>
            <a:br>
              <a:rPr sz="1000"/>
            </a:br>
            <a:r>
              <a:rPr lang="en-IN" sz="1000" b="1" u="none" strike="noStrike">
                <a:solidFill>
                  <a:srgbClr val="000000"/>
                </a:solidFill>
                <a:effectLst/>
                <a:uFillTx/>
                <a:latin typeface="Arial"/>
              </a:rPr>
              <a:t>conditional-expression </a:t>
            </a:r>
            <a:br>
              <a:rPr sz="1000"/>
            </a:br>
            <a:r>
              <a:rPr lang="en-IN" sz="1000" b="1" u="none" strike="noStrike">
                <a:solidFill>
                  <a:srgbClr val="000000"/>
                </a:solidFill>
                <a:effectLst/>
                <a:uFillTx/>
                <a:latin typeface="Arial"/>
              </a:rPr>
              <a:t>unary-expression = assignment-expression</a:t>
            </a:r>
            <a:br>
              <a:rPr sz="1000"/>
            </a:br>
            <a:r>
              <a:rPr lang="en-IN" sz="1000" b="1" u="none" strike="noStrike">
                <a:solidFill>
                  <a:srgbClr val="000000"/>
                </a:solidFill>
                <a:effectLst/>
                <a:uFillTx/>
                <a:latin typeface="Arial"/>
              </a:rPr>
              <a:t>unary-expression *= assignment-expression</a:t>
            </a:r>
            <a:br>
              <a:rPr sz="1000"/>
            </a:br>
            <a:r>
              <a:rPr lang="en-IN" sz="1000" b="1" u="none" strike="noStrike">
                <a:solidFill>
                  <a:srgbClr val="000000"/>
                </a:solidFill>
                <a:effectLst/>
                <a:uFillTx/>
                <a:latin typeface="Arial"/>
              </a:rPr>
              <a:t>unary-expression /= assignment-expression</a:t>
            </a:r>
            <a:br>
              <a:rPr sz="1000"/>
            </a:br>
            <a:r>
              <a:rPr lang="en-IN" sz="1000" b="1" u="none" strike="noStrike">
                <a:solidFill>
                  <a:srgbClr val="000000"/>
                </a:solidFill>
                <a:effectLst/>
                <a:uFillTx/>
                <a:latin typeface="Arial"/>
              </a:rPr>
              <a:t>unary-expression %= assignment-expression</a:t>
            </a:r>
            <a:br>
              <a:rPr sz="1000"/>
            </a:br>
            <a:r>
              <a:rPr lang="en-IN" sz="1000" b="1" u="none" strike="noStrike">
                <a:solidFill>
                  <a:srgbClr val="000000"/>
                </a:solidFill>
                <a:effectLst/>
                <a:uFillTx/>
                <a:latin typeface="Arial"/>
              </a:rPr>
              <a:t>unary-expression += assignment-expression</a:t>
            </a:r>
            <a:br>
              <a:rPr sz="1000"/>
            </a:br>
            <a:r>
              <a:rPr lang="en-IN" sz="1000" b="1" u="none" strike="noStrike">
                <a:solidFill>
                  <a:srgbClr val="000000"/>
                </a:solidFill>
                <a:effectLst/>
                <a:uFillTx/>
                <a:latin typeface="Arial"/>
              </a:rPr>
              <a:t>unary-expression -= assignment-expression</a:t>
            </a:r>
            <a:br>
              <a:rPr sz="1000"/>
            </a:br>
            <a:r>
              <a:rPr lang="en-IN" sz="1000" b="1" u="none" strike="noStrike">
                <a:solidFill>
                  <a:srgbClr val="000000"/>
                </a:solidFill>
                <a:effectLst/>
                <a:uFillTx/>
                <a:latin typeface="Arial"/>
              </a:rPr>
              <a:t>unary-expression &lt;&lt;= assignment-expression</a:t>
            </a:r>
            <a:br>
              <a:rPr sz="1000"/>
            </a:br>
            <a:r>
              <a:rPr lang="en-IN" sz="1000" b="1" u="none" strike="noStrike">
                <a:solidFill>
                  <a:srgbClr val="000000"/>
                </a:solidFill>
                <a:effectLst/>
                <a:uFillTx/>
                <a:latin typeface="Arial"/>
              </a:rPr>
              <a:t>unary-expression &gt;&gt;= assignment-expression</a:t>
            </a:r>
            <a:br>
              <a:rPr sz="1000"/>
            </a:br>
            <a:r>
              <a:rPr lang="en-IN" sz="1000" b="1" u="none" strike="noStrike">
                <a:solidFill>
                  <a:srgbClr val="000000"/>
                </a:solidFill>
                <a:effectLst/>
                <a:uFillTx/>
                <a:latin typeface="Arial"/>
              </a:rPr>
              <a:t>unary-expression &amp;= assignment-expression</a:t>
            </a:r>
            <a:br>
              <a:rPr sz="1000"/>
            </a:br>
            <a:r>
              <a:rPr lang="en-IN" sz="1000" b="1" u="none" strike="noStrike">
                <a:solidFill>
                  <a:srgbClr val="000000"/>
                </a:solidFill>
                <a:effectLst/>
                <a:uFillTx/>
                <a:latin typeface="Arial"/>
              </a:rPr>
              <a:t>unary-expression ^= assignment-expression</a:t>
            </a:r>
            <a:br>
              <a:rPr sz="1000"/>
            </a:br>
            <a:r>
              <a:rPr lang="en-IN" sz="1000" b="1" u="none" strike="noStrike">
                <a:solidFill>
                  <a:srgbClr val="000000"/>
                </a:solidFill>
                <a:effectLst/>
                <a:uFillTx/>
                <a:latin typeface="Arial"/>
              </a:rPr>
              <a:t>unary-expression |= assignment-expression</a:t>
            </a:r>
            <a:br>
              <a:rPr sz="1000"/>
            </a:br>
            <a:br>
              <a:rPr sz="1000"/>
            </a:br>
            <a:br>
              <a:rPr sz="1000"/>
            </a:br>
            <a:br>
              <a:rPr sz="1000"/>
            </a:br>
            <a:br>
              <a:rPr sz="1000"/>
            </a:br>
            <a:br>
              <a:rPr sz="1000"/>
            </a:br>
            <a:r>
              <a:rPr lang="en-IN" sz="1000" b="1" u="none" strike="noStrike">
                <a:solidFill>
                  <a:srgbClr val="000000"/>
                </a:solidFill>
                <a:effectLst/>
                <a:uFillTx/>
                <a:latin typeface="Arial"/>
              </a:rPr>
              <a:t> </a:t>
            </a:r>
            <a:endParaRPr lang="en-IN" sz="1000" b="0" u="none" strike="noStrike">
              <a:solidFill>
                <a:srgbClr val="000000"/>
              </a:solidFill>
              <a:effectLst/>
              <a:uFillTx/>
              <a:latin typeface="Arial"/>
            </a:endParaRPr>
          </a:p>
          <a:p>
            <a:pPr marL="432000" indent="0">
              <a:lnSpc>
                <a:spcPct val="100000"/>
              </a:lnSpc>
              <a:spcBef>
                <a:spcPts val="1191"/>
              </a:spcBef>
              <a:spcAft>
                <a:spcPts val="992"/>
              </a:spcAft>
              <a:buNone/>
              <a:tabLst>
                <a:tab pos="0" algn="l"/>
              </a:tabLst>
            </a:pPr>
            <a:r>
              <a:rPr lang="en-IN" sz="700" b="1" u="none" strike="noStrike">
                <a:solidFill>
                  <a:srgbClr val="000000"/>
                </a:solidFill>
                <a:effectLst/>
                <a:uFillTx/>
                <a:latin typeface="Arial"/>
              </a:rPr>
              <a:t> </a:t>
            </a:r>
            <a:endParaRPr lang="en-IN" sz="700" b="0" u="none" strike="noStrike">
              <a:solidFill>
                <a:srgbClr val="000000"/>
              </a:solidFill>
              <a:effectLst/>
              <a:uFillTx/>
              <a:latin typeface="Arial"/>
            </a:endParaRPr>
          </a:p>
        </p:txBody>
      </p:sp>
      <p:sp>
        <p:nvSpPr>
          <p:cNvPr id="4" name="PlaceHolder 3"/>
          <p:cNvSpPr>
            <a:spLocks noGrp="1"/>
          </p:cNvSpPr>
          <p:nvPr>
            <p:ph type="sldNum" idx="3"/>
          </p:nvPr>
        </p:nvSpPr>
        <p:spPr/>
        <p:txBody>
          <a:bodyPr/>
          <a:lstStyle/>
          <a:p>
            <a:fld id="{A9515882-3786-4099-8F8E-E7D96A67BDB0}" type="slidenum">
              <a:r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360000" y="164405"/>
            <a:ext cx="9358200" cy="507831"/>
          </a:xfrm>
          <a:prstGeom prst="rect">
            <a:avLst/>
          </a:prstGeom>
          <a:noFill/>
          <a:ln w="0">
            <a:noFill/>
          </a:ln>
        </p:spPr>
        <p:txBody>
          <a:bodyPr lIns="0" tIns="0" rIns="0" bIns="0" anchor="ctr">
            <a:spAutoFit/>
          </a:bodyPr>
          <a:lstStyle/>
          <a:p>
            <a:pPr algn="ctr">
              <a:lnSpc>
                <a:spcPct val="100000"/>
              </a:lnSpc>
              <a:tabLst>
                <a:tab pos="0" algn="l"/>
              </a:tabLst>
            </a:pPr>
            <a:r>
              <a:rPr lang="en-IN" sz="3300" dirty="0">
                <a:solidFill>
                  <a:srgbClr val="EEEEEE"/>
                </a:solidFill>
              </a:rPr>
              <a:t>Designing expression parser</a:t>
            </a:r>
            <a:r>
              <a:rPr lang="en-IN" sz="3300" b="0" u="none" strike="noStrike" dirty="0">
                <a:solidFill>
                  <a:srgbClr val="EEEEEE"/>
                </a:solidFill>
                <a:effectLst/>
                <a:uFillTx/>
                <a:latin typeface="Arial"/>
              </a:rPr>
              <a:t>- commonality</a:t>
            </a:r>
            <a:endParaRPr lang="en-IN" sz="3300" b="0" u="none" strike="noStrike" dirty="0">
              <a:solidFill>
                <a:srgbClr val="000000"/>
              </a:solidFill>
              <a:effectLst/>
              <a:uFillTx/>
              <a:latin typeface="Arial"/>
            </a:endParaRPr>
          </a:p>
        </p:txBody>
      </p:sp>
      <p:sp>
        <p:nvSpPr>
          <p:cNvPr id="62" name="PlaceHolder 2"/>
          <p:cNvSpPr>
            <a:spLocks noGrp="1"/>
          </p:cNvSpPr>
          <p:nvPr>
            <p:ph/>
          </p:nvPr>
        </p:nvSpPr>
        <p:spPr>
          <a:xfrm>
            <a:off x="360000" y="900000"/>
            <a:ext cx="9358200" cy="3958200"/>
          </a:xfrm>
          <a:prstGeom prst="rect">
            <a:avLst/>
          </a:prstGeom>
          <a:noFill/>
          <a:ln w="0">
            <a:noFill/>
          </a:ln>
        </p:spPr>
        <p:txBody>
          <a:bodyPr lIns="0" tIns="0" rIns="0" bIns="0" anchor="t">
            <a:noAutofit/>
          </a:bodyPr>
          <a:lstStyle/>
          <a:p>
            <a:pPr marL="432000" indent="-324000">
              <a:lnSpc>
                <a:spcPct val="100000"/>
              </a:lnSpc>
              <a:spcBef>
                <a:spcPts val="1191"/>
              </a:spcBef>
              <a:spcAft>
                <a:spcPts val="992"/>
              </a:spcAft>
              <a:buClr>
                <a:srgbClr val="77CAEE"/>
              </a:buClr>
              <a:buSzPct val="45000"/>
              <a:buFont typeface="Wingdings" charset="2"/>
              <a:buChar char=""/>
            </a:pPr>
            <a:r>
              <a:rPr lang="en-IN" sz="1000" b="0" u="none" strike="noStrike">
                <a:solidFill>
                  <a:srgbClr val="000000"/>
                </a:solidFill>
                <a:effectLst/>
                <a:uFillTx/>
                <a:latin typeface="Arial"/>
              </a:rPr>
              <a:t>now there is a problem with the assignment expression that it has chances to goto infinite loop or exceptional cases and it is heavy-computational </a:t>
            </a:r>
            <a:br>
              <a:rPr sz="1000"/>
            </a:br>
            <a:r>
              <a:rPr lang="en-IN" sz="1000" b="0" u="none" strike="noStrike">
                <a:solidFill>
                  <a:srgbClr val="000000"/>
                </a:solidFill>
                <a:effectLst/>
                <a:uFillTx/>
                <a:latin typeface="Arial"/>
              </a:rPr>
              <a:t>as it branches to 2 bottom node either to conditional-expression or unary-expression, hence in future shift-reduce conflict may occur due to this</a:t>
            </a:r>
            <a:br>
              <a:rPr sz="1000"/>
            </a:br>
            <a:br>
              <a:rPr sz="1000"/>
            </a:br>
            <a:r>
              <a:rPr lang="en-IN" sz="1000" b="0" u="none" strike="noStrike">
                <a:solidFill>
                  <a:srgbClr val="000000"/>
                </a:solidFill>
                <a:effectLst/>
                <a:uFillTx/>
                <a:latin typeface="Arial"/>
              </a:rPr>
              <a:t>Now, we need to reduce it to single bottom node which will make it more simple and more optimized so we </a:t>
            </a:r>
            <a:r>
              <a:rPr lang="en-IN" sz="1000" b="1" u="none" strike="noStrike">
                <a:solidFill>
                  <a:srgbClr val="000000"/>
                </a:solidFill>
                <a:effectLst/>
                <a:uFillTx/>
                <a:latin typeface="Arial"/>
              </a:rPr>
              <a:t>replace</a:t>
            </a:r>
            <a:r>
              <a:rPr lang="en-IN" sz="1000" b="0" u="none" strike="noStrike">
                <a:solidFill>
                  <a:srgbClr val="000000"/>
                </a:solidFill>
                <a:effectLst/>
                <a:uFillTx/>
                <a:latin typeface="Arial"/>
              </a:rPr>
              <a:t> </a:t>
            </a:r>
            <a:r>
              <a:rPr lang="en-IN" sz="1000" b="1" u="none" strike="noStrike">
                <a:solidFill>
                  <a:srgbClr val="000000"/>
                </a:solidFill>
                <a:effectLst/>
                <a:uFillTx/>
                <a:latin typeface="Arial"/>
              </a:rPr>
              <a:t>unary-expression with conditional-expression </a:t>
            </a:r>
            <a:br>
              <a:rPr sz="1000"/>
            </a:br>
            <a:r>
              <a:rPr lang="en-IN" sz="1000" b="1" u="none" strike="noStrike">
                <a:solidFill>
                  <a:srgbClr val="000000"/>
                </a:solidFill>
                <a:effectLst/>
                <a:uFillTx/>
                <a:latin typeface="Arial"/>
              </a:rPr>
              <a:t>unary-expression also supports only subset of the language whereas conditional-expression supports more wider grammer</a:t>
            </a:r>
            <a:br>
              <a:rPr sz="1000"/>
            </a:br>
            <a:br>
              <a:rPr sz="1000"/>
            </a:br>
            <a:r>
              <a:rPr lang="en-IN" sz="1000" b="1" u="none" strike="noStrike">
                <a:solidFill>
                  <a:srgbClr val="000000"/>
                </a:solidFill>
                <a:effectLst/>
                <a:uFillTx/>
                <a:latin typeface="Arial"/>
              </a:rPr>
              <a:t>assignment-expression: </a:t>
            </a:r>
            <a:br>
              <a:rPr sz="1000"/>
            </a:br>
            <a:r>
              <a:rPr lang="en-IN" sz="1000" b="1" u="none" strike="noStrike">
                <a:solidFill>
                  <a:srgbClr val="000000"/>
                </a:solidFill>
                <a:effectLst/>
                <a:uFillTx/>
                <a:latin typeface="Arial"/>
              </a:rPr>
              <a:t>conditional-expression </a:t>
            </a:r>
            <a:br>
              <a:rPr sz="1000"/>
            </a:br>
            <a:r>
              <a:rPr lang="en-IN" sz="1000" b="1" u="none" strike="noStrike">
                <a:solidFill>
                  <a:srgbClr val="000000"/>
                </a:solidFill>
                <a:effectLst/>
                <a:uFillTx/>
                <a:latin typeface="Arial"/>
              </a:rPr>
              <a:t>conditional-expression = assignment-expression </a:t>
            </a:r>
            <a:br>
              <a:rPr sz="1000"/>
            </a:br>
            <a:r>
              <a:rPr lang="en-IN" sz="1000" b="1" u="none" strike="noStrike">
                <a:solidFill>
                  <a:srgbClr val="000000"/>
                </a:solidFill>
                <a:effectLst/>
                <a:uFillTx/>
                <a:latin typeface="Arial"/>
              </a:rPr>
              <a:t>conditional-expression *= assignment-expression </a:t>
            </a:r>
            <a:br>
              <a:rPr sz="1000"/>
            </a:br>
            <a:r>
              <a:rPr lang="en-IN" sz="1000" b="1" u="none" strike="noStrike">
                <a:solidFill>
                  <a:srgbClr val="000000"/>
                </a:solidFill>
                <a:effectLst/>
                <a:uFillTx/>
                <a:latin typeface="Arial"/>
              </a:rPr>
              <a:t>conditional-expression /= assignment-expression </a:t>
            </a:r>
            <a:br>
              <a:rPr sz="1000"/>
            </a:br>
            <a:r>
              <a:rPr lang="en-IN" sz="1000" b="1" u="none" strike="noStrike">
                <a:solidFill>
                  <a:srgbClr val="000000"/>
                </a:solidFill>
                <a:effectLst/>
                <a:uFillTx/>
                <a:latin typeface="Arial"/>
              </a:rPr>
              <a:t>conditional-expression %= assignment-expression </a:t>
            </a:r>
            <a:br>
              <a:rPr sz="1000"/>
            </a:br>
            <a:r>
              <a:rPr lang="en-IN" sz="1000" b="1" u="none" strike="noStrike">
                <a:solidFill>
                  <a:srgbClr val="000000"/>
                </a:solidFill>
                <a:effectLst/>
                <a:uFillTx/>
                <a:latin typeface="Arial"/>
              </a:rPr>
              <a:t>conditional-expression += assignment-expression </a:t>
            </a:r>
            <a:br>
              <a:rPr sz="1000"/>
            </a:br>
            <a:r>
              <a:rPr lang="en-IN" sz="1000" b="1" u="none" strike="noStrike">
                <a:solidFill>
                  <a:srgbClr val="000000"/>
                </a:solidFill>
                <a:effectLst/>
                <a:uFillTx/>
                <a:latin typeface="Arial"/>
              </a:rPr>
              <a:t>conditional-expression -= assignment-expression </a:t>
            </a:r>
            <a:br>
              <a:rPr sz="1000"/>
            </a:br>
            <a:r>
              <a:rPr lang="en-IN" sz="1000" b="1" u="none" strike="noStrike">
                <a:solidFill>
                  <a:srgbClr val="000000"/>
                </a:solidFill>
                <a:effectLst/>
                <a:uFillTx/>
                <a:latin typeface="Arial"/>
              </a:rPr>
              <a:t>conditional-expression &lt;&lt;= assignment-expression </a:t>
            </a:r>
            <a:br>
              <a:rPr sz="1000"/>
            </a:br>
            <a:r>
              <a:rPr lang="en-IN" sz="1000" b="1" u="none" strike="noStrike">
                <a:solidFill>
                  <a:srgbClr val="000000"/>
                </a:solidFill>
                <a:effectLst/>
                <a:uFillTx/>
                <a:latin typeface="Arial"/>
              </a:rPr>
              <a:t>conditional-expression &gt;&gt;= assignment-expression </a:t>
            </a:r>
            <a:br>
              <a:rPr sz="1000"/>
            </a:br>
            <a:r>
              <a:rPr lang="en-IN" sz="1000" b="1" u="none" strike="noStrike">
                <a:solidFill>
                  <a:srgbClr val="000000"/>
                </a:solidFill>
                <a:effectLst/>
                <a:uFillTx/>
                <a:latin typeface="Arial"/>
              </a:rPr>
              <a:t>conditional-expression &amp;= assignment-expression </a:t>
            </a:r>
            <a:br>
              <a:rPr sz="1000"/>
            </a:br>
            <a:r>
              <a:rPr lang="en-IN" sz="1000" b="1" u="none" strike="noStrike">
                <a:solidFill>
                  <a:srgbClr val="000000"/>
                </a:solidFill>
                <a:effectLst/>
                <a:uFillTx/>
                <a:latin typeface="Arial"/>
              </a:rPr>
              <a:t>conditional-expression ^= assignment-expression </a:t>
            </a:r>
            <a:br>
              <a:rPr sz="1000"/>
            </a:br>
            <a:r>
              <a:rPr lang="en-IN" sz="1000" b="1" u="none" strike="noStrike">
                <a:solidFill>
                  <a:srgbClr val="000000"/>
                </a:solidFill>
                <a:effectLst/>
                <a:uFillTx/>
                <a:latin typeface="Arial"/>
              </a:rPr>
              <a:t>conditional-expression |= assignment-expression</a:t>
            </a:r>
            <a:br>
              <a:rPr sz="1000"/>
            </a:br>
            <a:br>
              <a:rPr sz="1000"/>
            </a:br>
            <a:r>
              <a:rPr lang="en-IN" sz="1000" b="0" u="none" strike="noStrike">
                <a:solidFill>
                  <a:srgbClr val="000000"/>
                </a:solidFill>
                <a:effectLst/>
                <a:uFillTx/>
                <a:latin typeface="Arial"/>
              </a:rPr>
              <a:t>Now we can theoretically rewrite to reduce it to single line </a:t>
            </a:r>
            <a:br>
              <a:rPr sz="1000"/>
            </a:br>
            <a:br>
              <a:rPr sz="1000"/>
            </a:br>
            <a:r>
              <a:rPr lang="en-IN" sz="1000" b="1" u="none" strike="noStrike">
                <a:solidFill>
                  <a:srgbClr val="000000"/>
                </a:solidFill>
                <a:effectLst/>
                <a:uFillTx/>
                <a:latin typeface="Arial"/>
              </a:rPr>
              <a:t>assignment-expression: </a:t>
            </a:r>
            <a:br>
              <a:rPr sz="1000"/>
            </a:br>
            <a:r>
              <a:rPr lang="en-IN" sz="1000" b="1" u="none" strike="noStrike">
                <a:solidFill>
                  <a:srgbClr val="000000"/>
                </a:solidFill>
                <a:effectLst/>
                <a:uFillTx/>
                <a:latin typeface="Arial"/>
              </a:rPr>
              <a:t>conditional-expression {  {any one of ‘=’, ‘*=’, ‘/=’, ‘%=’, ‘+=’, ‘-=’, ‘&lt;&lt;=’, ‘&gt;&gt;=’, ‘&amp;=’, ‘^=’, ‘|=’ }  assignment-expression  }</a:t>
            </a:r>
            <a:r>
              <a:rPr lang="en-IN" sz="800" b="1" u="none" strike="noStrike">
                <a:solidFill>
                  <a:srgbClr val="000000"/>
                </a:solidFill>
                <a:effectLst/>
                <a:uFillTx/>
                <a:latin typeface="Arial"/>
              </a:rPr>
              <a:t>opt</a:t>
            </a:r>
            <a:br>
              <a:rPr sz="800"/>
            </a:br>
            <a:br>
              <a:rPr sz="800"/>
            </a:br>
            <a:r>
              <a:rPr lang="en-IN" sz="1000" b="0" u="none" strike="noStrike">
                <a:solidFill>
                  <a:srgbClr val="000000"/>
                </a:solidFill>
                <a:effectLst/>
                <a:uFillTx/>
                <a:latin typeface="Arial"/>
              </a:rPr>
              <a:t>This rule is used in entire grammer repeatedly for other expressions</a:t>
            </a:r>
          </a:p>
        </p:txBody>
      </p:sp>
      <p:sp>
        <p:nvSpPr>
          <p:cNvPr id="4" name="PlaceHolder 3"/>
          <p:cNvSpPr>
            <a:spLocks noGrp="1"/>
          </p:cNvSpPr>
          <p:nvPr>
            <p:ph type="sldNum" idx="3"/>
          </p:nvPr>
        </p:nvSpPr>
        <p:spPr/>
        <p:txBody>
          <a:bodyPr/>
          <a:lstStyle/>
          <a:p>
            <a:fld id="{000C6601-5874-4936-B636-4526468FC087}" type="slidenum">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360000" y="166680"/>
            <a:ext cx="9358200" cy="503280"/>
          </a:xfrm>
          <a:prstGeom prst="rect">
            <a:avLst/>
          </a:prstGeom>
          <a:noFill/>
          <a:ln w="0">
            <a:noFill/>
          </a:ln>
        </p:spPr>
        <p:txBody>
          <a:bodyPr lIns="0" tIns="0" rIns="0" bIns="0" anchor="ctr">
            <a:spAutoFit/>
          </a:bodyPr>
          <a:lstStyle/>
          <a:p>
            <a:pPr indent="0" algn="ctr">
              <a:lnSpc>
                <a:spcPct val="100000"/>
              </a:lnSpc>
              <a:buNone/>
              <a:tabLst>
                <a:tab pos="0" algn="l"/>
              </a:tabLst>
            </a:pPr>
            <a:r>
              <a:rPr lang="en-IN" sz="3300" b="0" u="none" strike="noStrike">
                <a:solidFill>
                  <a:srgbClr val="EEEEEE"/>
                </a:solidFill>
                <a:effectLst/>
                <a:uFillTx/>
                <a:latin typeface="Arial"/>
              </a:rPr>
              <a:t>Expression parsing -left recursion removal</a:t>
            </a:r>
            <a:endParaRPr lang="en-IN" sz="3300" b="0" u="none" strike="noStrike">
              <a:solidFill>
                <a:srgbClr val="000000"/>
              </a:solidFill>
              <a:effectLst/>
              <a:uFillTx/>
              <a:latin typeface="Arial"/>
            </a:endParaRPr>
          </a:p>
        </p:txBody>
      </p:sp>
      <p:sp>
        <p:nvSpPr>
          <p:cNvPr id="64" name="PlaceHolder 2"/>
          <p:cNvSpPr>
            <a:spLocks noGrp="1"/>
          </p:cNvSpPr>
          <p:nvPr>
            <p:ph/>
          </p:nvPr>
        </p:nvSpPr>
        <p:spPr>
          <a:xfrm>
            <a:off x="360000" y="900000"/>
            <a:ext cx="9358200" cy="3598200"/>
          </a:xfrm>
          <a:prstGeom prst="rect">
            <a:avLst/>
          </a:prstGeom>
          <a:noFill/>
          <a:ln w="0">
            <a:noFill/>
          </a:ln>
        </p:spPr>
        <p:txBody>
          <a:bodyPr lIns="0" tIns="0" rIns="0" bIns="0" anchor="t">
            <a:noAutofit/>
          </a:bodyPr>
          <a:lstStyle/>
          <a:p>
            <a:pPr marL="432000" indent="-324000">
              <a:lnSpc>
                <a:spcPct val="100000"/>
              </a:lnSpc>
              <a:spcBef>
                <a:spcPts val="1191"/>
              </a:spcBef>
              <a:spcAft>
                <a:spcPts val="992"/>
              </a:spcAft>
              <a:buClr>
                <a:srgbClr val="77CAEE"/>
              </a:buClr>
              <a:buSzPct val="45000"/>
              <a:buFont typeface="Wingdings" charset="2"/>
              <a:buChar char=""/>
            </a:pPr>
            <a:r>
              <a:rPr lang="en-IN" sz="1000" b="0" u="none" strike="noStrike">
                <a:solidFill>
                  <a:srgbClr val="000000"/>
                </a:solidFill>
                <a:effectLst/>
                <a:uFillTx/>
                <a:latin typeface="Arial"/>
                <a:ea typeface="Microsoft YaHei"/>
              </a:rPr>
              <a:t>This is the original grammar given in K&amp;R book for logical OR</a:t>
            </a:r>
            <a:br>
              <a:rPr sz="1000"/>
            </a:br>
            <a:br>
              <a:rPr sz="1000"/>
            </a:br>
            <a:r>
              <a:rPr lang="en-IN" sz="1000" b="0" u="none" strike="noStrike">
                <a:solidFill>
                  <a:srgbClr val="000000"/>
                </a:solidFill>
                <a:effectLst/>
                <a:uFillTx/>
                <a:latin typeface="Arial"/>
                <a:ea typeface="Microsoft YaHei"/>
              </a:rPr>
              <a:t>logical-OR-expression:</a:t>
            </a:r>
            <a:br>
              <a:rPr sz="1000"/>
            </a:br>
            <a:r>
              <a:rPr lang="en-IN" sz="1000" b="0" u="none" strike="noStrike">
                <a:solidFill>
                  <a:srgbClr val="000000"/>
                </a:solidFill>
                <a:effectLst/>
                <a:uFillTx/>
                <a:latin typeface="Arial"/>
                <a:ea typeface="Microsoft YaHei"/>
              </a:rPr>
              <a:t>logical-AND-expression</a:t>
            </a:r>
            <a:br>
              <a:rPr sz="1000"/>
            </a:br>
            <a:r>
              <a:rPr lang="en-IN" sz="1000" b="0" u="none" strike="noStrike">
                <a:solidFill>
                  <a:srgbClr val="000000"/>
                </a:solidFill>
                <a:effectLst/>
                <a:uFillTx/>
                <a:latin typeface="Arial"/>
                <a:ea typeface="Microsoft YaHei"/>
              </a:rPr>
              <a:t>logical-OR-expression || logical-AND-expression </a:t>
            </a:r>
            <a:br>
              <a:rPr sz="1000"/>
            </a:br>
            <a:br>
              <a:rPr sz="1000"/>
            </a:br>
            <a:r>
              <a:rPr lang="en-IN" sz="1000" b="0" u="none" strike="noStrike">
                <a:solidFill>
                  <a:srgbClr val="000000"/>
                </a:solidFill>
                <a:effectLst/>
                <a:uFillTx/>
                <a:latin typeface="Arial"/>
                <a:ea typeface="Microsoft YaHei"/>
              </a:rPr>
              <a:t>Issue here can be clearly seen is that this grammar will goto infinite loop when implemented as logical-OR-expression will call itself logical-OR-expression in the first line of code so it will go into infinite loop</a:t>
            </a:r>
            <a:br>
              <a:rPr sz="1000"/>
            </a:br>
            <a:br>
              <a:rPr sz="1000"/>
            </a:br>
            <a:r>
              <a:rPr lang="en-IN" sz="1000" b="1" u="none" strike="noStrike">
                <a:solidFill>
                  <a:srgbClr val="000000"/>
                </a:solidFill>
                <a:effectLst/>
                <a:uFillTx/>
                <a:latin typeface="Arial"/>
                <a:ea typeface="Microsoft YaHei"/>
              </a:rPr>
              <a:t>logical-OR-expression || logical-AND-expression</a:t>
            </a:r>
            <a:r>
              <a:rPr lang="en-IN" sz="1000" b="0" u="none" strike="noStrike">
                <a:solidFill>
                  <a:srgbClr val="000000"/>
                </a:solidFill>
                <a:effectLst/>
                <a:uFillTx/>
                <a:latin typeface="Arial"/>
                <a:ea typeface="Microsoft YaHei"/>
              </a:rPr>
              <a:t>   , now we will swap/change it to </a:t>
            </a:r>
            <a:r>
              <a:rPr lang="en-IN" sz="1000" b="1" u="none" strike="noStrike">
                <a:solidFill>
                  <a:srgbClr val="000000"/>
                </a:solidFill>
                <a:effectLst/>
                <a:uFillTx/>
                <a:latin typeface="Arial"/>
                <a:ea typeface="Microsoft YaHei"/>
              </a:rPr>
              <a:t>logical-AND-expression ||  logical-OR-expression</a:t>
            </a:r>
            <a:br>
              <a:rPr sz="1000"/>
            </a:br>
            <a:br>
              <a:rPr sz="1000"/>
            </a:br>
            <a:r>
              <a:rPr lang="en-IN" sz="1000" b="0" u="none" strike="noStrike">
                <a:solidFill>
                  <a:srgbClr val="000000"/>
                </a:solidFill>
                <a:effectLst/>
                <a:uFillTx/>
                <a:latin typeface="Arial"/>
                <a:ea typeface="Microsoft YaHei"/>
              </a:rPr>
              <a:t>now logical-AND-expression becomes the common bottom next node and logical-OR-expression will call itself when it will encounter ‘||’ string or else it will terminate, so termination condition will occur for this recursion but still code will execute the bottom node </a:t>
            </a:r>
            <a:r>
              <a:rPr lang="en-IN" sz="1000" b="1" u="none" strike="noStrike">
                <a:solidFill>
                  <a:srgbClr val="000000"/>
                </a:solidFill>
                <a:effectLst/>
                <a:uFillTx/>
                <a:latin typeface="Arial"/>
                <a:ea typeface="Microsoft YaHei"/>
              </a:rPr>
              <a:t>logical-AND-expression.</a:t>
            </a:r>
            <a:br>
              <a:rPr sz="1000"/>
            </a:br>
            <a:r>
              <a:rPr lang="en-IN" sz="1000" b="1" u="none" strike="noStrike">
                <a:solidFill>
                  <a:srgbClr val="000000"/>
                </a:solidFill>
                <a:effectLst/>
                <a:uFillTx/>
                <a:latin typeface="Arial"/>
                <a:ea typeface="Microsoft YaHei"/>
              </a:rPr>
              <a:t>There is another reason why logical-OR-expression called as a tail-recursion instead of logical-AND-expression</a:t>
            </a:r>
            <a:r>
              <a:rPr lang="en-IN" sz="1000" b="0" u="none" strike="noStrike">
                <a:solidFill>
                  <a:srgbClr val="000000"/>
                </a:solidFill>
                <a:effectLst/>
                <a:uFillTx/>
                <a:latin typeface="Arial"/>
                <a:ea typeface="Microsoft YaHei"/>
              </a:rPr>
              <a:t> because if multiple sequential ‘||’ operator comes in an expression then it will fail in that scenario i.e. </a:t>
            </a:r>
            <a:r>
              <a:rPr lang="en-IN" sz="1000" b="1" u="none" strike="noStrike">
                <a:solidFill>
                  <a:srgbClr val="000000"/>
                </a:solidFill>
                <a:effectLst/>
                <a:uFillTx/>
                <a:latin typeface="Arial"/>
                <a:ea typeface="Microsoft YaHei"/>
              </a:rPr>
              <a:t>l = x || y || z || f;</a:t>
            </a:r>
            <a:r>
              <a:rPr lang="en-IN" sz="1000" b="0" u="none" strike="noStrike">
                <a:solidFill>
                  <a:srgbClr val="000000"/>
                </a:solidFill>
                <a:effectLst/>
                <a:uFillTx/>
                <a:latin typeface="Arial"/>
                <a:ea typeface="Microsoft YaHei"/>
              </a:rPr>
              <a:t> , only one ‘||’ operator can be handled so x || y will be procesed rest part || z || f; will halt the parser</a:t>
            </a:r>
            <a:br>
              <a:rPr sz="1000"/>
            </a:br>
            <a:br>
              <a:rPr sz="1000"/>
            </a:br>
            <a:r>
              <a:rPr lang="en-IN" sz="1000" b="0" u="none" strike="noStrike">
                <a:solidFill>
                  <a:srgbClr val="000000"/>
                </a:solidFill>
                <a:effectLst/>
                <a:uFillTx/>
                <a:latin typeface="Arial"/>
                <a:ea typeface="Microsoft YaHei"/>
              </a:rPr>
              <a:t>the same above logic will be applied for all the nodes i.e, </a:t>
            </a:r>
            <a:r>
              <a:rPr lang="en-IN" sz="1000" b="1" u="none" strike="noStrike">
                <a:solidFill>
                  <a:srgbClr val="000000"/>
                </a:solidFill>
                <a:effectLst/>
                <a:uFillTx/>
                <a:latin typeface="Arial"/>
                <a:ea typeface="Microsoft YaHei"/>
              </a:rPr>
              <a:t> inclusive-OR-expression,  relational-expression  etc.. </a:t>
            </a:r>
            <a:br>
              <a:rPr sz="1000"/>
            </a:br>
            <a:br>
              <a:rPr sz="1000"/>
            </a:br>
            <a:r>
              <a:rPr lang="en-IN" sz="1000" b="0" u="none" strike="noStrike">
                <a:solidFill>
                  <a:srgbClr val="000000"/>
                </a:solidFill>
                <a:effectLst/>
                <a:uFillTx/>
                <a:latin typeface="Arial"/>
                <a:ea typeface="Microsoft YaHei"/>
              </a:rPr>
              <a:t>Psuedo-code for</a:t>
            </a:r>
            <a:r>
              <a:rPr lang="en-IN" sz="1000" b="1" u="none" strike="noStrike">
                <a:solidFill>
                  <a:srgbClr val="000000"/>
                </a:solidFill>
                <a:effectLst/>
                <a:uFillTx/>
                <a:latin typeface="Arial"/>
                <a:ea typeface="Microsoft YaHei"/>
              </a:rPr>
              <a:t> </a:t>
            </a:r>
            <a:r>
              <a:rPr lang="en-IN" sz="1000" b="0" u="none" strike="noStrike">
                <a:solidFill>
                  <a:srgbClr val="000000"/>
                </a:solidFill>
                <a:effectLst/>
                <a:uFillTx/>
                <a:latin typeface="Arial"/>
                <a:ea typeface="Microsoft YaHei"/>
              </a:rPr>
              <a:t>logical-OR-expression</a:t>
            </a:r>
            <a:br>
              <a:rPr sz="1000"/>
            </a:br>
            <a:br>
              <a:rPr sz="1000"/>
            </a:br>
            <a:r>
              <a:rPr lang="en-IN" sz="1000" b="1" u="none" strike="noStrike">
                <a:solidFill>
                  <a:srgbClr val="000000"/>
                </a:solidFill>
                <a:effectLst/>
                <a:uFillTx/>
                <a:latin typeface="Arial"/>
                <a:ea typeface="Microsoft YaHei"/>
              </a:rPr>
              <a:t> </a:t>
            </a:r>
            <a:r>
              <a:rPr lang="en-IN" sz="1000" b="0" u="none" strike="noStrike">
                <a:solidFill>
                  <a:srgbClr val="000000"/>
                </a:solidFill>
                <a:effectLst/>
                <a:uFillTx/>
                <a:latin typeface="Arial"/>
                <a:ea typeface="Microsoft YaHei"/>
              </a:rPr>
              <a:t>logical-OR-expression() // without left recursion</a:t>
            </a:r>
            <a:br>
              <a:rPr sz="1000"/>
            </a:br>
            <a:r>
              <a:rPr lang="en-IN" sz="1000" b="0" u="none" strike="noStrike">
                <a:solidFill>
                  <a:srgbClr val="000000"/>
                </a:solidFill>
                <a:effectLst/>
                <a:uFillTx/>
                <a:latin typeface="Arial"/>
                <a:ea typeface="Microsoft YaHei"/>
              </a:rPr>
              <a:t>{</a:t>
            </a:r>
            <a:br>
              <a:rPr sz="1000"/>
            </a:br>
            <a:r>
              <a:rPr lang="en-IN" sz="1000" b="0" u="none" strike="noStrike">
                <a:solidFill>
                  <a:srgbClr val="000000"/>
                </a:solidFill>
                <a:effectLst/>
                <a:uFillTx/>
                <a:latin typeface="Arial"/>
                <a:ea typeface="Microsoft YaHei"/>
              </a:rPr>
              <a:t>   logical-AND-expression();</a:t>
            </a:r>
            <a:br>
              <a:rPr sz="1000"/>
            </a:br>
            <a:r>
              <a:rPr lang="en-IN" sz="1000" b="0" u="none" strike="noStrike">
                <a:solidFill>
                  <a:srgbClr val="000000"/>
                </a:solidFill>
                <a:effectLst/>
                <a:uFillTx/>
                <a:latin typeface="Arial"/>
                <a:ea typeface="Microsoft YaHei"/>
              </a:rPr>
              <a:t>   if(currentToken() == ‘||’)</a:t>
            </a:r>
            <a:br>
              <a:rPr sz="1000"/>
            </a:br>
            <a:r>
              <a:rPr lang="en-IN" sz="1000" b="0" u="none" strike="noStrike">
                <a:solidFill>
                  <a:srgbClr val="000000"/>
                </a:solidFill>
                <a:effectLst/>
                <a:uFillTx/>
                <a:latin typeface="Arial"/>
                <a:ea typeface="Microsoft YaHei"/>
              </a:rPr>
              <a:t>    </a:t>
            </a:r>
            <a:r>
              <a:rPr lang="en-IN" sz="1000" b="1" u="none" strike="noStrike">
                <a:solidFill>
                  <a:srgbClr val="000000"/>
                </a:solidFill>
                <a:effectLst/>
                <a:uFillTx/>
                <a:latin typeface="Arial"/>
                <a:ea typeface="Microsoft YaHei"/>
              </a:rPr>
              <a:t> </a:t>
            </a:r>
            <a:r>
              <a:rPr lang="en-IN" sz="1000" b="0" u="none" strike="noStrike">
                <a:solidFill>
                  <a:srgbClr val="000000"/>
                </a:solidFill>
                <a:effectLst/>
                <a:uFillTx/>
                <a:latin typeface="Arial"/>
                <a:ea typeface="Microsoft YaHei"/>
              </a:rPr>
              <a:t>logical-OR-expression(); </a:t>
            </a:r>
            <a:br>
              <a:rPr sz="1000"/>
            </a:br>
            <a:r>
              <a:rPr lang="en-IN" sz="1000" b="0" u="none" strike="noStrike">
                <a:solidFill>
                  <a:srgbClr val="000000"/>
                </a:solidFill>
                <a:effectLst/>
                <a:uFillTx/>
                <a:latin typeface="Arial"/>
                <a:ea typeface="Microsoft YaHei"/>
              </a:rPr>
              <a:t>     </a:t>
            </a:r>
            <a:br>
              <a:rPr sz="1000"/>
            </a:br>
            <a:r>
              <a:rPr lang="en-IN" sz="1000" b="0" u="none" strike="noStrike">
                <a:solidFill>
                  <a:srgbClr val="000000"/>
                </a:solidFill>
                <a:effectLst/>
                <a:uFillTx/>
                <a:latin typeface="Arial"/>
                <a:ea typeface="Microsoft YaHei"/>
              </a:rPr>
              <a:t>}</a:t>
            </a:r>
            <a:br>
              <a:rPr sz="1000"/>
            </a:br>
            <a:br>
              <a:rPr sz="1000"/>
            </a:br>
            <a:br>
              <a:rPr sz="1000"/>
            </a:br>
            <a:r>
              <a:rPr lang="en-IN" sz="1000" b="1" u="none" strike="noStrike">
                <a:solidFill>
                  <a:srgbClr val="000000"/>
                </a:solidFill>
                <a:effectLst/>
                <a:uFillTx/>
                <a:latin typeface="Arial"/>
                <a:ea typeface="Microsoft YaHei"/>
              </a:rPr>
              <a:t> </a:t>
            </a:r>
            <a:br>
              <a:rPr sz="1000"/>
            </a:br>
            <a:br>
              <a:rPr sz="1000"/>
            </a:br>
            <a:r>
              <a:rPr lang="en-IN" sz="1000" b="0" u="none" strike="noStrike">
                <a:solidFill>
                  <a:srgbClr val="000000"/>
                </a:solidFill>
                <a:effectLst/>
                <a:uFillTx/>
                <a:latin typeface="Arial"/>
                <a:ea typeface="Microsoft YaHei"/>
              </a:rPr>
              <a:t> </a:t>
            </a:r>
            <a:endParaRPr lang="en-IN" sz="1000" b="0" u="none" strike="noStrike">
              <a:solidFill>
                <a:srgbClr val="000000"/>
              </a:solidFill>
              <a:effectLst/>
              <a:uFillTx/>
              <a:latin typeface="Arial"/>
            </a:endParaRPr>
          </a:p>
        </p:txBody>
      </p:sp>
      <p:sp>
        <p:nvSpPr>
          <p:cNvPr id="4" name="PlaceHolder 3"/>
          <p:cNvSpPr>
            <a:spLocks noGrp="1"/>
          </p:cNvSpPr>
          <p:nvPr>
            <p:ph type="sldNum" idx="3"/>
          </p:nvPr>
        </p:nvSpPr>
        <p:spPr/>
        <p:txBody>
          <a:bodyPr/>
          <a:lstStyle/>
          <a:p>
            <a:fld id="{0830A089-E2C1-4DBE-8FA9-988EC1094480}" type="slidenum">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192505" y="164405"/>
            <a:ext cx="9665369" cy="507831"/>
          </a:xfrm>
          <a:prstGeom prst="rect">
            <a:avLst/>
          </a:prstGeom>
          <a:noFill/>
          <a:ln w="0">
            <a:noFill/>
          </a:ln>
        </p:spPr>
        <p:txBody>
          <a:bodyPr wrap="square" lIns="0" tIns="0" rIns="0" bIns="0" anchor="ctr">
            <a:spAutoFit/>
          </a:bodyPr>
          <a:lstStyle/>
          <a:p>
            <a:pPr algn="ctr">
              <a:lnSpc>
                <a:spcPct val="100000"/>
              </a:lnSpc>
              <a:tabLst>
                <a:tab pos="0" algn="l"/>
              </a:tabLst>
            </a:pPr>
            <a:r>
              <a:rPr lang="en-IN" sz="3300" dirty="0">
                <a:solidFill>
                  <a:srgbClr val="EEEEEE"/>
                </a:solidFill>
              </a:rPr>
              <a:t>Designing expression parser</a:t>
            </a:r>
            <a:r>
              <a:rPr lang="en-IN" sz="3300" b="0" u="none" strike="noStrike" dirty="0">
                <a:solidFill>
                  <a:srgbClr val="EEEEEE"/>
                </a:solidFill>
                <a:effectLst/>
                <a:uFillTx/>
                <a:latin typeface="Arial"/>
              </a:rPr>
              <a:t>- left recursion removal</a:t>
            </a:r>
            <a:endParaRPr lang="en-IN" sz="3300" b="0" u="none" strike="noStrike" dirty="0">
              <a:solidFill>
                <a:srgbClr val="000000"/>
              </a:solidFill>
              <a:effectLst/>
              <a:uFillTx/>
              <a:latin typeface="Arial"/>
            </a:endParaRPr>
          </a:p>
        </p:txBody>
      </p:sp>
      <p:sp>
        <p:nvSpPr>
          <p:cNvPr id="66" name="PlaceHolder 2"/>
          <p:cNvSpPr>
            <a:spLocks noGrp="1"/>
          </p:cNvSpPr>
          <p:nvPr>
            <p:ph/>
          </p:nvPr>
        </p:nvSpPr>
        <p:spPr>
          <a:xfrm>
            <a:off x="360360" y="720360"/>
            <a:ext cx="9358200" cy="4138200"/>
          </a:xfrm>
          <a:prstGeom prst="rect">
            <a:avLst/>
          </a:prstGeom>
          <a:noFill/>
          <a:ln w="0">
            <a:noFill/>
          </a:ln>
        </p:spPr>
        <p:txBody>
          <a:bodyPr lIns="0" tIns="0" rIns="0" bIns="0" anchor="t">
            <a:noAutofit/>
          </a:bodyPr>
          <a:lstStyle/>
          <a:p>
            <a:pPr marL="432000" indent="-324000">
              <a:lnSpc>
                <a:spcPct val="100000"/>
              </a:lnSpc>
              <a:spcBef>
                <a:spcPts val="1191"/>
              </a:spcBef>
              <a:spcAft>
                <a:spcPts val="992"/>
              </a:spcAft>
              <a:buClr>
                <a:srgbClr val="77CAEE"/>
              </a:buClr>
              <a:buSzPct val="45000"/>
              <a:buFont typeface="Wingdings" charset="2"/>
              <a:buChar char=""/>
            </a:pPr>
            <a:r>
              <a:rPr lang="en-IN" sz="1000" b="0" u="none" strike="noStrike">
                <a:solidFill>
                  <a:srgbClr val="000000"/>
                </a:solidFill>
                <a:effectLst/>
                <a:uFillTx/>
                <a:latin typeface="Arial"/>
              </a:rPr>
              <a:t>the same above logic will be applied to complex cases</a:t>
            </a:r>
            <a:br>
              <a:rPr sz="1000"/>
            </a:br>
            <a:br>
              <a:rPr sz="1000"/>
            </a:br>
            <a:r>
              <a:rPr lang="en-IN" sz="1000" b="0" u="none" strike="noStrike">
                <a:solidFill>
                  <a:srgbClr val="000000"/>
                </a:solidFill>
                <a:effectLst/>
                <a:uFillTx/>
                <a:latin typeface="Arial"/>
              </a:rPr>
              <a:t>relational-expression:</a:t>
            </a:r>
            <a:br>
              <a:rPr sz="1000"/>
            </a:br>
            <a:r>
              <a:rPr lang="en-IN" sz="1000" b="0" u="none" strike="noStrike">
                <a:solidFill>
                  <a:srgbClr val="000000"/>
                </a:solidFill>
                <a:effectLst/>
                <a:uFillTx/>
                <a:latin typeface="Arial"/>
              </a:rPr>
              <a:t>shift-expression</a:t>
            </a:r>
            <a:br>
              <a:rPr sz="1000"/>
            </a:br>
            <a:r>
              <a:rPr lang="en-IN" sz="1000" b="0" u="none" strike="noStrike">
                <a:solidFill>
                  <a:srgbClr val="000000"/>
                </a:solidFill>
                <a:effectLst/>
                <a:uFillTx/>
                <a:latin typeface="Arial"/>
              </a:rPr>
              <a:t>relational-expression &lt; shift-expression</a:t>
            </a:r>
            <a:br>
              <a:rPr sz="1000"/>
            </a:br>
            <a:r>
              <a:rPr lang="en-IN" sz="1000" b="0" u="none" strike="noStrike">
                <a:solidFill>
                  <a:srgbClr val="000000"/>
                </a:solidFill>
                <a:effectLst/>
                <a:uFillTx/>
                <a:latin typeface="Arial"/>
              </a:rPr>
              <a:t>relational-expression &gt; shift-expression</a:t>
            </a:r>
            <a:br>
              <a:rPr sz="1000"/>
            </a:br>
            <a:r>
              <a:rPr lang="en-IN" sz="1000" b="0" u="none" strike="noStrike">
                <a:solidFill>
                  <a:srgbClr val="000000"/>
                </a:solidFill>
                <a:effectLst/>
                <a:uFillTx/>
                <a:latin typeface="Arial"/>
              </a:rPr>
              <a:t>relational-expression &lt;= shift-expression</a:t>
            </a:r>
            <a:br>
              <a:rPr sz="1000"/>
            </a:br>
            <a:r>
              <a:rPr lang="en-IN" sz="1000" b="0" u="none" strike="noStrike">
                <a:solidFill>
                  <a:srgbClr val="000000"/>
                </a:solidFill>
                <a:effectLst/>
                <a:uFillTx/>
                <a:latin typeface="Arial"/>
              </a:rPr>
              <a:t>relational-expression &gt;= shift-expression </a:t>
            </a:r>
            <a:br>
              <a:rPr sz="1000"/>
            </a:br>
            <a:br>
              <a:rPr sz="1000"/>
            </a:br>
            <a:r>
              <a:rPr lang="en-IN" sz="1000" b="0" u="none" strike="noStrike">
                <a:solidFill>
                  <a:srgbClr val="000000"/>
                </a:solidFill>
                <a:effectLst/>
                <a:uFillTx/>
                <a:latin typeface="Arial"/>
              </a:rPr>
              <a:t>now modified grammer will be:-</a:t>
            </a:r>
            <a:br>
              <a:rPr sz="1000"/>
            </a:br>
            <a:br>
              <a:rPr sz="1000"/>
            </a:br>
            <a:r>
              <a:rPr lang="en-IN" sz="1000" b="0" u="none" strike="noStrike">
                <a:solidFill>
                  <a:srgbClr val="000000"/>
                </a:solidFill>
                <a:effectLst/>
                <a:uFillTx/>
                <a:latin typeface="Arial"/>
              </a:rPr>
              <a:t>relational-expression: </a:t>
            </a:r>
            <a:br>
              <a:rPr sz="1000"/>
            </a:br>
            <a:r>
              <a:rPr lang="en-IN" sz="1000" b="0" u="none" strike="noStrike">
                <a:solidFill>
                  <a:srgbClr val="000000"/>
                </a:solidFill>
                <a:effectLst/>
                <a:uFillTx/>
                <a:latin typeface="Arial"/>
              </a:rPr>
              <a:t>shift-expression </a:t>
            </a:r>
            <a:br>
              <a:rPr sz="1000"/>
            </a:br>
            <a:r>
              <a:rPr lang="en-IN" sz="1000" b="0" u="none" strike="noStrike">
                <a:solidFill>
                  <a:srgbClr val="000000"/>
                </a:solidFill>
                <a:effectLst/>
                <a:uFillTx/>
                <a:latin typeface="Arial"/>
              </a:rPr>
              <a:t>shift-expression &lt; relational-expression </a:t>
            </a:r>
            <a:br>
              <a:rPr sz="1000"/>
            </a:br>
            <a:r>
              <a:rPr lang="en-IN" sz="1000" b="0" u="none" strike="noStrike">
                <a:solidFill>
                  <a:srgbClr val="000000"/>
                </a:solidFill>
                <a:effectLst/>
                <a:uFillTx/>
                <a:latin typeface="Arial"/>
              </a:rPr>
              <a:t>shift-expression &gt; relational-expression </a:t>
            </a:r>
            <a:br>
              <a:rPr sz="1000"/>
            </a:br>
            <a:r>
              <a:rPr lang="en-IN" sz="1000" b="0" u="none" strike="noStrike">
                <a:solidFill>
                  <a:srgbClr val="000000"/>
                </a:solidFill>
                <a:effectLst/>
                <a:uFillTx/>
                <a:latin typeface="Arial"/>
              </a:rPr>
              <a:t>shift-expression &lt;= relational-expression </a:t>
            </a:r>
            <a:br>
              <a:rPr sz="1000"/>
            </a:br>
            <a:r>
              <a:rPr lang="en-IN" sz="1000" b="0" u="none" strike="noStrike">
                <a:solidFill>
                  <a:srgbClr val="000000"/>
                </a:solidFill>
                <a:effectLst/>
                <a:uFillTx/>
                <a:latin typeface="Arial"/>
              </a:rPr>
              <a:t>shift-expression &gt;= relational-expression</a:t>
            </a:r>
            <a:br>
              <a:rPr sz="1000"/>
            </a:br>
            <a:br>
              <a:rPr sz="1000"/>
            </a:br>
            <a:r>
              <a:rPr lang="en-IN" sz="1000" b="0" u="none" strike="noStrike">
                <a:solidFill>
                  <a:srgbClr val="000000"/>
                </a:solidFill>
                <a:effectLst/>
                <a:uFillTx/>
                <a:latin typeface="Arial"/>
              </a:rPr>
              <a:t>pseudo-code will be as below:-</a:t>
            </a:r>
            <a:br>
              <a:rPr sz="1000"/>
            </a:br>
            <a:br>
              <a:rPr sz="1000"/>
            </a:br>
            <a:r>
              <a:rPr lang="en-IN" sz="1000" b="0" u="none" strike="noStrike">
                <a:solidFill>
                  <a:srgbClr val="000000"/>
                </a:solidFill>
                <a:effectLst/>
                <a:uFillTx/>
                <a:latin typeface="Arial"/>
              </a:rPr>
              <a:t>relational-expression()</a:t>
            </a:r>
            <a:br>
              <a:rPr sz="1000"/>
            </a:br>
            <a:r>
              <a:rPr lang="en-IN" sz="1000" b="0" u="none" strike="noStrike">
                <a:solidFill>
                  <a:srgbClr val="000000"/>
                </a:solidFill>
                <a:effectLst/>
                <a:uFillTx/>
                <a:latin typeface="Arial"/>
              </a:rPr>
              <a:t>{</a:t>
            </a:r>
            <a:br>
              <a:rPr sz="1000"/>
            </a:br>
            <a:r>
              <a:rPr lang="en-IN" sz="1000" b="0" u="none" strike="noStrike">
                <a:solidFill>
                  <a:srgbClr val="000000"/>
                </a:solidFill>
                <a:effectLst/>
                <a:uFillTx/>
                <a:latin typeface="Arial"/>
              </a:rPr>
              <a:t>   shift-expression();</a:t>
            </a:r>
            <a:br>
              <a:rPr sz="1000"/>
            </a:br>
            <a:r>
              <a:rPr lang="en-IN" sz="1000" b="0" u="none" strike="noStrike">
                <a:solidFill>
                  <a:srgbClr val="000000"/>
                </a:solidFill>
                <a:effectLst/>
                <a:uFillTx/>
                <a:latin typeface="Arial"/>
              </a:rPr>
              <a:t>  if(currentToken() == ‘&gt;’ ||</a:t>
            </a:r>
            <a:br>
              <a:rPr sz="1000"/>
            </a:br>
            <a:r>
              <a:rPr lang="en-IN" sz="1000" b="0" u="none" strike="noStrike">
                <a:solidFill>
                  <a:srgbClr val="000000"/>
                </a:solidFill>
                <a:effectLst/>
                <a:uFillTx/>
                <a:latin typeface="Arial"/>
              </a:rPr>
              <a:t>     currentToken() == ‘&lt;’ ||</a:t>
            </a:r>
            <a:br>
              <a:rPr sz="1000"/>
            </a:br>
            <a:r>
              <a:rPr lang="en-IN" sz="1000" b="0" u="none" strike="noStrike">
                <a:solidFill>
                  <a:srgbClr val="000000"/>
                </a:solidFill>
                <a:effectLst/>
                <a:uFillTx/>
                <a:latin typeface="Arial"/>
              </a:rPr>
              <a:t>     currentToken() == ‘&lt;=’ ||</a:t>
            </a:r>
            <a:br>
              <a:rPr sz="1000"/>
            </a:br>
            <a:r>
              <a:rPr lang="en-IN" sz="1000" b="0" u="none" strike="noStrike">
                <a:solidFill>
                  <a:srgbClr val="000000"/>
                </a:solidFill>
                <a:effectLst/>
                <a:uFillTx/>
                <a:latin typeface="Arial"/>
              </a:rPr>
              <a:t>     currentToken() == ‘&gt;=’)</a:t>
            </a:r>
            <a:br>
              <a:rPr sz="1000"/>
            </a:br>
            <a:r>
              <a:rPr lang="en-IN" sz="1000" b="0" u="none" strike="noStrike">
                <a:solidFill>
                  <a:srgbClr val="000000"/>
                </a:solidFill>
                <a:effectLst/>
                <a:uFillTx/>
                <a:latin typeface="Arial"/>
              </a:rPr>
              <a:t>          relational-expression(); </a:t>
            </a:r>
            <a:br>
              <a:rPr sz="1000"/>
            </a:br>
            <a:r>
              <a:rPr lang="en-IN" sz="1000" b="0" u="none" strike="noStrike">
                <a:solidFill>
                  <a:srgbClr val="000000"/>
                </a:solidFill>
                <a:effectLst/>
                <a:uFillTx/>
                <a:latin typeface="Arial"/>
              </a:rPr>
              <a:t>}</a:t>
            </a:r>
            <a:br>
              <a:rPr sz="1000"/>
            </a:br>
            <a:r>
              <a:rPr lang="en-IN" sz="1000" b="0" u="none" strike="noStrike">
                <a:solidFill>
                  <a:srgbClr val="000000"/>
                </a:solidFill>
                <a:effectLst/>
                <a:uFillTx/>
                <a:latin typeface="Arial"/>
              </a:rPr>
              <a:t> </a:t>
            </a:r>
          </a:p>
        </p:txBody>
      </p:sp>
      <p:sp>
        <p:nvSpPr>
          <p:cNvPr id="4" name="PlaceHolder 3"/>
          <p:cNvSpPr>
            <a:spLocks noGrp="1"/>
          </p:cNvSpPr>
          <p:nvPr>
            <p:ph type="sldNum" idx="3"/>
          </p:nvPr>
        </p:nvSpPr>
        <p:spPr/>
        <p:txBody>
          <a:bodyPr/>
          <a:lstStyle/>
          <a:p>
            <a:fld id="{4DB8F8FD-886E-415B-A1DF-B989CE4778D3}" type="slidenum">
              <a:r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90363" y="92216"/>
            <a:ext cx="10258926" cy="507831"/>
          </a:xfrm>
          <a:prstGeom prst="rect">
            <a:avLst/>
          </a:prstGeom>
          <a:noFill/>
          <a:ln w="0">
            <a:noFill/>
          </a:ln>
        </p:spPr>
        <p:txBody>
          <a:bodyPr wrap="square" lIns="0" tIns="0" rIns="0" bIns="0" anchor="ctr">
            <a:spAutoFit/>
          </a:bodyPr>
          <a:lstStyle/>
          <a:p>
            <a:pPr algn="ctr">
              <a:lnSpc>
                <a:spcPct val="100000"/>
              </a:lnSpc>
              <a:tabLst>
                <a:tab pos="0" algn="l"/>
              </a:tabLst>
            </a:pPr>
            <a:r>
              <a:rPr lang="en-IN" sz="3300" dirty="0">
                <a:solidFill>
                  <a:srgbClr val="EEEEEE"/>
                </a:solidFill>
              </a:rPr>
              <a:t>Designing expression parser- </a:t>
            </a:r>
            <a:r>
              <a:rPr lang="en-IN" sz="3300" b="0" u="none" strike="noStrike" dirty="0">
                <a:solidFill>
                  <a:srgbClr val="EEEEEE"/>
                </a:solidFill>
                <a:effectLst/>
                <a:uFillTx/>
                <a:latin typeface="Arial"/>
              </a:rPr>
              <a:t>merging/cyclic reference</a:t>
            </a:r>
            <a:endParaRPr lang="en-IN" sz="3300" b="0" u="none" strike="noStrike" dirty="0">
              <a:solidFill>
                <a:srgbClr val="000000"/>
              </a:solidFill>
              <a:effectLst/>
              <a:uFillTx/>
              <a:latin typeface="Arial"/>
            </a:endParaRPr>
          </a:p>
        </p:txBody>
      </p:sp>
      <p:sp>
        <p:nvSpPr>
          <p:cNvPr id="68" name="PlaceHolder 2"/>
          <p:cNvSpPr>
            <a:spLocks noGrp="1"/>
          </p:cNvSpPr>
          <p:nvPr>
            <p:ph/>
          </p:nvPr>
        </p:nvSpPr>
        <p:spPr>
          <a:xfrm>
            <a:off x="360000" y="900000"/>
            <a:ext cx="9358200" cy="3958200"/>
          </a:xfrm>
          <a:prstGeom prst="rect">
            <a:avLst/>
          </a:prstGeom>
          <a:noFill/>
          <a:ln w="0">
            <a:noFill/>
          </a:ln>
        </p:spPr>
        <p:txBody>
          <a:bodyPr lIns="0" tIns="0" rIns="0" bIns="0" anchor="t">
            <a:noAutofit/>
          </a:bodyPr>
          <a:lstStyle/>
          <a:p>
            <a:pPr marL="720000" indent="0">
              <a:lnSpc>
                <a:spcPct val="100000"/>
              </a:lnSpc>
              <a:spcBef>
                <a:spcPts val="1191"/>
              </a:spcBef>
              <a:spcAft>
                <a:spcPts val="992"/>
              </a:spcAft>
              <a:buNone/>
              <a:tabLst>
                <a:tab pos="0" algn="l"/>
              </a:tabLst>
            </a:pPr>
            <a:r>
              <a:rPr lang="en-IN" sz="1000" b="0" u="none" strike="noStrike">
                <a:solidFill>
                  <a:srgbClr val="000000"/>
                </a:solidFill>
                <a:effectLst/>
                <a:uFillTx/>
                <a:latin typeface="Arial"/>
              </a:rPr>
              <a:t>For the given below grammar we can observe that cast-expression is common among these grammar, </a:t>
            </a:r>
            <a:br>
              <a:rPr sz="1000"/>
            </a:br>
            <a:r>
              <a:rPr lang="en-IN" sz="1000" b="0" u="none" strike="noStrike">
                <a:solidFill>
                  <a:srgbClr val="000000"/>
                </a:solidFill>
                <a:effectLst/>
                <a:uFillTx/>
                <a:latin typeface="Arial"/>
              </a:rPr>
              <a:t>the problem is that unary-expression calls cast-expression and cast-expression calls unary-expression due to which there will be an cycle, </a:t>
            </a:r>
            <a:br>
              <a:rPr sz="1000"/>
            </a:br>
            <a:r>
              <a:rPr lang="en-IN" sz="1000" b="0" u="none" strike="noStrike">
                <a:solidFill>
                  <a:srgbClr val="000000"/>
                </a:solidFill>
                <a:effectLst/>
                <a:uFillTx/>
                <a:latin typeface="Arial"/>
              </a:rPr>
              <a:t>this cycle can cause infinite loop, for solving this problem we will do</a:t>
            </a:r>
            <a:r>
              <a:rPr lang="en-IN" sz="1000" b="1" u="none" strike="noStrike">
                <a:solidFill>
                  <a:srgbClr val="000000"/>
                </a:solidFill>
                <a:effectLst/>
                <a:uFillTx/>
                <a:latin typeface="Arial"/>
              </a:rPr>
              <a:t> merging of unary-expression &amp; cast-expression into unary-expression, and remove cast-expression, wherever we are calling cast-expression now we will call unary-expression after merging</a:t>
            </a:r>
            <a:br>
              <a:rPr sz="1000"/>
            </a:br>
            <a:r>
              <a:rPr lang="en-IN" sz="1000" b="1" u="none" strike="noStrike">
                <a:solidFill>
                  <a:srgbClr val="000000"/>
                </a:solidFill>
                <a:effectLst/>
                <a:uFillTx/>
                <a:latin typeface="Arial"/>
              </a:rPr>
              <a:t>Note: Before merging we need to do inlining &amp; remove left recursion first</a:t>
            </a:r>
            <a:br>
              <a:rPr sz="1000"/>
            </a:br>
            <a:br>
              <a:rPr sz="1000"/>
            </a:br>
            <a:r>
              <a:rPr lang="en-IN" sz="1000" b="0" u="none" strike="noStrike">
                <a:solidFill>
                  <a:srgbClr val="000000"/>
                </a:solidFill>
                <a:effectLst/>
                <a:uFillTx/>
                <a:latin typeface="Arial"/>
              </a:rPr>
              <a:t>unary-expression:</a:t>
            </a:r>
            <a:br>
              <a:rPr sz="1000"/>
            </a:br>
            <a:r>
              <a:rPr lang="en-IN" sz="1000" b="0" u="none" strike="noStrike">
                <a:solidFill>
                  <a:srgbClr val="000000"/>
                </a:solidFill>
                <a:effectLst/>
                <a:uFillTx/>
                <a:latin typeface="Arial"/>
              </a:rPr>
              <a:t>postfix-expression</a:t>
            </a:r>
            <a:br>
              <a:rPr sz="1000"/>
            </a:br>
            <a:r>
              <a:rPr lang="en-IN" sz="1000" b="0" u="none" strike="noStrike">
                <a:solidFill>
                  <a:srgbClr val="000000"/>
                </a:solidFill>
                <a:effectLst/>
                <a:uFillTx/>
                <a:latin typeface="Arial"/>
              </a:rPr>
              <a:t>++ unary-expression</a:t>
            </a:r>
            <a:br>
              <a:rPr sz="1000"/>
            </a:br>
            <a:r>
              <a:rPr lang="en-IN" sz="1000" b="0" u="none" strike="noStrike">
                <a:solidFill>
                  <a:srgbClr val="000000"/>
                </a:solidFill>
                <a:effectLst/>
                <a:uFillTx/>
                <a:latin typeface="Arial"/>
              </a:rPr>
              <a:t>-- unary-expression</a:t>
            </a:r>
            <a:br>
              <a:rPr sz="1000"/>
            </a:br>
            <a:r>
              <a:rPr lang="en-IN" sz="1000" b="0" u="none" strike="noStrike">
                <a:solidFill>
                  <a:srgbClr val="000000"/>
                </a:solidFill>
                <a:effectLst/>
                <a:uFillTx/>
                <a:latin typeface="Arial"/>
              </a:rPr>
              <a:t>unary-operator </a:t>
            </a:r>
            <a:r>
              <a:rPr lang="en-IN" sz="1000" b="1" u="none" strike="noStrike">
                <a:solidFill>
                  <a:srgbClr val="000000"/>
                </a:solidFill>
                <a:effectLst/>
                <a:uFillTx/>
                <a:latin typeface="Arial"/>
              </a:rPr>
              <a:t>cast-expression</a:t>
            </a:r>
            <a:br>
              <a:rPr sz="1000"/>
            </a:br>
            <a:r>
              <a:rPr lang="en-IN" sz="1000" b="0" u="none" strike="noStrike">
                <a:solidFill>
                  <a:srgbClr val="000000"/>
                </a:solidFill>
                <a:effectLst/>
                <a:uFillTx/>
                <a:latin typeface="Arial"/>
              </a:rPr>
              <a:t>sizeof unary-expression</a:t>
            </a:r>
            <a:br>
              <a:rPr sz="1000"/>
            </a:br>
            <a:r>
              <a:rPr lang="en-IN" sz="1000" b="0" u="none" strike="noStrike">
                <a:solidFill>
                  <a:srgbClr val="000000"/>
                </a:solidFill>
                <a:effectLst/>
                <a:uFillTx/>
                <a:latin typeface="Arial"/>
              </a:rPr>
              <a:t>sizeof ( type-name )</a:t>
            </a:r>
          </a:p>
          <a:p>
            <a:pPr marL="720000" indent="0">
              <a:lnSpc>
                <a:spcPct val="100000"/>
              </a:lnSpc>
              <a:spcBef>
                <a:spcPts val="1191"/>
              </a:spcBef>
              <a:spcAft>
                <a:spcPts val="992"/>
              </a:spcAft>
              <a:buNone/>
              <a:tabLst>
                <a:tab pos="0" algn="l"/>
              </a:tabLst>
            </a:pPr>
            <a:r>
              <a:rPr lang="en-IN" sz="1000" b="0" u="none" strike="noStrike">
                <a:solidFill>
                  <a:srgbClr val="000000"/>
                </a:solidFill>
                <a:effectLst/>
                <a:uFillTx/>
                <a:latin typeface="Arial"/>
              </a:rPr>
              <a:t>unary-operator: one of</a:t>
            </a:r>
            <a:br>
              <a:rPr sz="1000"/>
            </a:br>
            <a:r>
              <a:rPr lang="en-IN" sz="1000" b="0" u="none" strike="noStrike">
                <a:solidFill>
                  <a:srgbClr val="000000"/>
                </a:solidFill>
                <a:effectLst/>
                <a:uFillTx/>
                <a:latin typeface="Arial"/>
              </a:rPr>
              <a:t>&amp; * + - ~ !</a:t>
            </a:r>
            <a:br>
              <a:rPr sz="1000"/>
            </a:br>
            <a:br>
              <a:rPr sz="1000"/>
            </a:br>
            <a:r>
              <a:rPr lang="en-IN" sz="1000" b="1" u="none" strike="noStrike">
                <a:solidFill>
                  <a:srgbClr val="000000"/>
                </a:solidFill>
                <a:effectLst/>
                <a:uFillTx/>
                <a:latin typeface="Arial"/>
              </a:rPr>
              <a:t>cast-expression</a:t>
            </a:r>
            <a:r>
              <a:rPr lang="en-IN" sz="1000" b="0" u="none" strike="noStrike">
                <a:solidFill>
                  <a:srgbClr val="000000"/>
                </a:solidFill>
                <a:effectLst/>
                <a:uFillTx/>
                <a:latin typeface="Arial"/>
              </a:rPr>
              <a:t>:</a:t>
            </a:r>
            <a:br>
              <a:rPr sz="1000"/>
            </a:br>
            <a:r>
              <a:rPr lang="en-IN" sz="1000" b="0" u="none" strike="noStrike">
                <a:solidFill>
                  <a:srgbClr val="000000"/>
                </a:solidFill>
                <a:effectLst/>
                <a:uFillTx/>
                <a:latin typeface="Arial"/>
              </a:rPr>
              <a:t>unary-expression</a:t>
            </a:r>
            <a:br>
              <a:rPr sz="1000"/>
            </a:br>
            <a:r>
              <a:rPr lang="en-IN" sz="1000" b="0" u="none" strike="noStrike">
                <a:solidFill>
                  <a:srgbClr val="000000"/>
                </a:solidFill>
                <a:effectLst/>
                <a:uFillTx/>
                <a:latin typeface="Arial"/>
              </a:rPr>
              <a:t>( type-name ) </a:t>
            </a:r>
            <a:r>
              <a:rPr lang="en-IN" sz="1000" b="1" u="none" strike="noStrike">
                <a:solidFill>
                  <a:srgbClr val="000000"/>
                </a:solidFill>
                <a:effectLst/>
                <a:uFillTx/>
                <a:latin typeface="Arial"/>
              </a:rPr>
              <a:t>cast-expression</a:t>
            </a:r>
            <a:br>
              <a:rPr sz="1000"/>
            </a:br>
            <a:br>
              <a:rPr sz="1000"/>
            </a:br>
            <a:r>
              <a:rPr lang="en-IN" sz="1000" b="0" u="none" strike="noStrike">
                <a:solidFill>
                  <a:srgbClr val="000000"/>
                </a:solidFill>
                <a:effectLst/>
                <a:uFillTx/>
                <a:latin typeface="Arial"/>
              </a:rPr>
              <a:t>multiplicative-expression:</a:t>
            </a:r>
            <a:br>
              <a:rPr sz="1000"/>
            </a:br>
            <a:r>
              <a:rPr lang="en-IN" sz="1000" b="1" u="none" strike="noStrike">
                <a:solidFill>
                  <a:srgbClr val="000000"/>
                </a:solidFill>
                <a:effectLst/>
                <a:uFillTx/>
                <a:latin typeface="Arial"/>
              </a:rPr>
              <a:t>cast-expression</a:t>
            </a:r>
            <a:br>
              <a:rPr sz="1000"/>
            </a:br>
            <a:r>
              <a:rPr lang="en-IN" sz="1000" b="0" u="none" strike="noStrike">
                <a:solidFill>
                  <a:srgbClr val="000000"/>
                </a:solidFill>
                <a:effectLst/>
                <a:uFillTx/>
                <a:latin typeface="Arial"/>
              </a:rPr>
              <a:t>multiplicative-expression * </a:t>
            </a:r>
            <a:r>
              <a:rPr lang="en-IN" sz="1000" b="1" u="none" strike="noStrike">
                <a:solidFill>
                  <a:srgbClr val="000000"/>
                </a:solidFill>
                <a:effectLst/>
                <a:uFillTx/>
                <a:latin typeface="Arial"/>
              </a:rPr>
              <a:t>cast-expression</a:t>
            </a:r>
            <a:br>
              <a:rPr sz="1000"/>
            </a:br>
            <a:r>
              <a:rPr lang="en-IN" sz="1000" b="0" u="none" strike="noStrike">
                <a:solidFill>
                  <a:srgbClr val="000000"/>
                </a:solidFill>
                <a:effectLst/>
                <a:uFillTx/>
                <a:latin typeface="Arial"/>
              </a:rPr>
              <a:t>multiplicative-expression / </a:t>
            </a:r>
            <a:r>
              <a:rPr lang="en-IN" sz="1000" b="1" u="none" strike="noStrike">
                <a:solidFill>
                  <a:srgbClr val="000000"/>
                </a:solidFill>
                <a:effectLst/>
                <a:uFillTx/>
                <a:latin typeface="Arial"/>
              </a:rPr>
              <a:t>cast-expression</a:t>
            </a:r>
            <a:br>
              <a:rPr sz="1000"/>
            </a:br>
            <a:r>
              <a:rPr lang="en-IN" sz="1000" b="0" u="none" strike="noStrike">
                <a:solidFill>
                  <a:srgbClr val="000000"/>
                </a:solidFill>
                <a:effectLst/>
                <a:uFillTx/>
                <a:latin typeface="Arial"/>
              </a:rPr>
              <a:t>multiplicative-expression % </a:t>
            </a:r>
            <a:r>
              <a:rPr lang="en-IN" sz="1000" b="1" u="none" strike="noStrike">
                <a:solidFill>
                  <a:srgbClr val="000000"/>
                </a:solidFill>
                <a:effectLst/>
                <a:uFillTx/>
                <a:latin typeface="Arial"/>
              </a:rPr>
              <a:t>cast-expression</a:t>
            </a:r>
            <a:endParaRPr lang="en-IN" sz="1000" b="0" u="none" strike="noStrike">
              <a:solidFill>
                <a:srgbClr val="000000"/>
              </a:solidFill>
              <a:effectLst/>
              <a:uFillTx/>
              <a:latin typeface="Arial"/>
            </a:endParaRPr>
          </a:p>
          <a:p>
            <a:pPr marL="432000" indent="0">
              <a:lnSpc>
                <a:spcPct val="100000"/>
              </a:lnSpc>
              <a:spcBef>
                <a:spcPts val="1191"/>
              </a:spcBef>
              <a:spcAft>
                <a:spcPts val="992"/>
              </a:spcAft>
              <a:buNone/>
              <a:tabLst>
                <a:tab pos="0" algn="l"/>
              </a:tabLst>
            </a:pPr>
            <a:r>
              <a:rPr lang="en-IN" sz="1000" b="0" u="none" strike="noStrike">
                <a:solidFill>
                  <a:srgbClr val="000000"/>
                </a:solidFill>
                <a:effectLst/>
                <a:uFillTx/>
                <a:latin typeface="Arial"/>
              </a:rPr>
              <a:t> </a:t>
            </a:r>
          </a:p>
        </p:txBody>
      </p:sp>
      <p:sp>
        <p:nvSpPr>
          <p:cNvPr id="4" name="PlaceHolder 3"/>
          <p:cNvSpPr>
            <a:spLocks noGrp="1"/>
          </p:cNvSpPr>
          <p:nvPr>
            <p:ph type="sldNum" idx="3"/>
          </p:nvPr>
        </p:nvSpPr>
        <p:spPr/>
        <p:txBody>
          <a:bodyPr/>
          <a:lstStyle/>
          <a:p>
            <a:fld id="{4230B752-A97B-4732-A4F1-3A2813A2D32B}" type="slidenum">
              <a:r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142500" y="125748"/>
            <a:ext cx="10363200" cy="507831"/>
          </a:xfrm>
          <a:prstGeom prst="rect">
            <a:avLst/>
          </a:prstGeom>
          <a:noFill/>
          <a:ln w="0">
            <a:noFill/>
          </a:ln>
        </p:spPr>
        <p:txBody>
          <a:bodyPr wrap="square" lIns="0" tIns="0" rIns="0" bIns="0" anchor="ctr">
            <a:spAutoFit/>
          </a:bodyPr>
          <a:lstStyle/>
          <a:p>
            <a:pPr algn="ctr">
              <a:lnSpc>
                <a:spcPct val="100000"/>
              </a:lnSpc>
              <a:tabLst>
                <a:tab pos="0" algn="l"/>
              </a:tabLst>
            </a:pPr>
            <a:r>
              <a:rPr lang="en-IN" sz="3300" dirty="0">
                <a:solidFill>
                  <a:srgbClr val="EEEEEE"/>
                </a:solidFill>
              </a:rPr>
              <a:t>Designing expression parser- </a:t>
            </a:r>
            <a:r>
              <a:rPr lang="en-IN" sz="3300" b="0" u="none" strike="noStrike" dirty="0">
                <a:solidFill>
                  <a:srgbClr val="EEEEEE"/>
                </a:solidFill>
                <a:effectLst/>
                <a:uFillTx/>
                <a:latin typeface="Arial"/>
              </a:rPr>
              <a:t>merging/cyclic reference</a:t>
            </a:r>
            <a:endParaRPr lang="en-IN" sz="3300" b="0" u="none" strike="noStrike" dirty="0">
              <a:solidFill>
                <a:srgbClr val="000000"/>
              </a:solidFill>
              <a:effectLst/>
              <a:uFillTx/>
              <a:latin typeface="Arial"/>
            </a:endParaRPr>
          </a:p>
        </p:txBody>
      </p:sp>
      <p:sp>
        <p:nvSpPr>
          <p:cNvPr id="70" name="PlaceHolder 2"/>
          <p:cNvSpPr>
            <a:spLocks noGrp="1"/>
          </p:cNvSpPr>
          <p:nvPr>
            <p:ph/>
          </p:nvPr>
        </p:nvSpPr>
        <p:spPr>
          <a:xfrm>
            <a:off x="360000" y="1080000"/>
            <a:ext cx="9358200" cy="3598200"/>
          </a:xfrm>
          <a:prstGeom prst="rect">
            <a:avLst/>
          </a:prstGeom>
          <a:noFill/>
          <a:ln w="0">
            <a:noFill/>
          </a:ln>
        </p:spPr>
        <p:txBody>
          <a:bodyPr lIns="0" tIns="0" rIns="0" bIns="0" anchor="t">
            <a:noAutofit/>
          </a:bodyPr>
          <a:lstStyle/>
          <a:p>
            <a:pPr marL="720000" indent="-324000">
              <a:lnSpc>
                <a:spcPct val="100000"/>
              </a:lnSpc>
              <a:spcBef>
                <a:spcPts val="1191"/>
              </a:spcBef>
              <a:spcAft>
                <a:spcPts val="992"/>
              </a:spcAft>
              <a:buClr>
                <a:srgbClr val="77CAEE"/>
              </a:buClr>
              <a:buSzPct val="45000"/>
              <a:buFont typeface="Wingdings" charset="2"/>
              <a:buChar char=""/>
            </a:pPr>
            <a:r>
              <a:rPr lang="en-IN" sz="1000" b="0" u="none" strike="noStrike">
                <a:solidFill>
                  <a:srgbClr val="000000"/>
                </a:solidFill>
                <a:effectLst/>
                <a:uFillTx/>
                <a:latin typeface="Arial"/>
              </a:rPr>
              <a:t>First apply inling , then remove the left recursion</a:t>
            </a:r>
            <a:br>
              <a:rPr sz="1000"/>
            </a:br>
            <a:r>
              <a:rPr lang="en-IN" sz="1000" b="0" u="none" strike="noStrike">
                <a:solidFill>
                  <a:srgbClr val="000000"/>
                </a:solidFill>
                <a:effectLst/>
                <a:uFillTx/>
                <a:latin typeface="Arial"/>
              </a:rPr>
              <a:t>and finally merge the grammar </a:t>
            </a:r>
            <a:br>
              <a:rPr sz="1000"/>
            </a:br>
            <a:br>
              <a:rPr sz="1000"/>
            </a:br>
            <a:r>
              <a:rPr lang="en-IN" sz="1000" b="0" u="none" strike="noStrike">
                <a:solidFill>
                  <a:srgbClr val="000000"/>
                </a:solidFill>
                <a:effectLst/>
                <a:uFillTx/>
                <a:latin typeface="Arial"/>
              </a:rPr>
              <a:t>This is the merged unary-expression</a:t>
            </a:r>
            <a:br>
              <a:rPr sz="1000"/>
            </a:br>
            <a:r>
              <a:rPr lang="en-IN" sz="1000" b="0" u="none" strike="noStrike">
                <a:solidFill>
                  <a:srgbClr val="000000"/>
                </a:solidFill>
                <a:effectLst/>
                <a:uFillTx/>
                <a:latin typeface="Arial"/>
              </a:rPr>
              <a:t> </a:t>
            </a:r>
            <a:br>
              <a:rPr sz="1000"/>
            </a:br>
            <a:r>
              <a:rPr lang="en-IN" sz="1000" b="0" u="none" strike="noStrike">
                <a:solidFill>
                  <a:srgbClr val="000000"/>
                </a:solidFill>
                <a:effectLst/>
                <a:uFillTx/>
                <a:latin typeface="Arial"/>
              </a:rPr>
              <a:t>unary-expression:</a:t>
            </a:r>
            <a:br>
              <a:rPr sz="1000"/>
            </a:br>
            <a:r>
              <a:rPr lang="en-IN" sz="1000" b="0" u="none" strike="noStrike">
                <a:solidFill>
                  <a:srgbClr val="000000"/>
                </a:solidFill>
                <a:effectLst/>
                <a:uFillTx/>
                <a:latin typeface="Arial"/>
              </a:rPr>
              <a:t>postfix-expression</a:t>
            </a:r>
            <a:br>
              <a:rPr sz="1000"/>
            </a:br>
            <a:r>
              <a:rPr lang="en-IN" sz="1000" b="0" u="none" strike="noStrike">
                <a:solidFill>
                  <a:srgbClr val="000000"/>
                </a:solidFill>
                <a:effectLst/>
                <a:uFillTx/>
                <a:latin typeface="Arial"/>
              </a:rPr>
              <a:t>++ unary-expression </a:t>
            </a:r>
            <a:br>
              <a:rPr sz="1000"/>
            </a:br>
            <a:r>
              <a:rPr lang="en-IN" sz="1000" b="0" u="none" strike="noStrike">
                <a:solidFill>
                  <a:srgbClr val="000000"/>
                </a:solidFill>
                <a:effectLst/>
                <a:uFillTx/>
                <a:latin typeface="Arial"/>
              </a:rPr>
              <a:t>-- unary-expression</a:t>
            </a:r>
            <a:br>
              <a:rPr sz="1000"/>
            </a:br>
            <a:r>
              <a:rPr lang="en-IN" sz="1000" b="0" u="none" strike="noStrike">
                <a:solidFill>
                  <a:srgbClr val="000000"/>
                </a:solidFill>
                <a:effectLst/>
                <a:uFillTx/>
                <a:latin typeface="Arial"/>
              </a:rPr>
              <a:t>unary-operator unary-expression</a:t>
            </a:r>
            <a:br>
              <a:rPr sz="1000"/>
            </a:br>
            <a:r>
              <a:rPr lang="en-IN" sz="1000" b="1" u="none" strike="noStrike">
                <a:solidFill>
                  <a:srgbClr val="000000"/>
                </a:solidFill>
                <a:effectLst/>
                <a:uFillTx/>
                <a:latin typeface="Arial"/>
              </a:rPr>
              <a:t>( type-name ) unary-expression // cast-expression merged into unary-expression due to cyclic reference</a:t>
            </a:r>
            <a:br>
              <a:rPr sz="1000"/>
            </a:br>
            <a:r>
              <a:rPr lang="en-IN" sz="1000" b="0" u="none" strike="noStrike">
                <a:solidFill>
                  <a:srgbClr val="000000"/>
                </a:solidFill>
                <a:effectLst/>
                <a:uFillTx/>
                <a:latin typeface="Arial"/>
              </a:rPr>
              <a:t>sizeof unary-expression</a:t>
            </a:r>
            <a:br>
              <a:rPr sz="1000"/>
            </a:br>
            <a:r>
              <a:rPr lang="en-IN" sz="1000" b="0" u="none" strike="noStrike">
                <a:solidFill>
                  <a:srgbClr val="000000"/>
                </a:solidFill>
                <a:effectLst/>
                <a:uFillTx/>
                <a:latin typeface="Arial"/>
              </a:rPr>
              <a:t>sizeof ( type-name )</a:t>
            </a:r>
          </a:p>
          <a:p>
            <a:pPr marL="720000" indent="0">
              <a:lnSpc>
                <a:spcPct val="100000"/>
              </a:lnSpc>
              <a:spcBef>
                <a:spcPts val="1191"/>
              </a:spcBef>
              <a:spcAft>
                <a:spcPts val="992"/>
              </a:spcAft>
              <a:buNone/>
              <a:tabLst>
                <a:tab pos="0" algn="l"/>
              </a:tabLst>
            </a:pPr>
            <a:r>
              <a:rPr lang="en-IN" sz="1000" b="0" u="none" strike="noStrike">
                <a:solidFill>
                  <a:srgbClr val="000000"/>
                </a:solidFill>
                <a:effectLst/>
                <a:uFillTx/>
                <a:latin typeface="Arial"/>
              </a:rPr>
              <a:t>multiplicative-expression:</a:t>
            </a:r>
            <a:br>
              <a:rPr sz="1000"/>
            </a:br>
            <a:r>
              <a:rPr lang="en-IN" sz="1000" b="0" u="none" strike="noStrike">
                <a:solidFill>
                  <a:srgbClr val="000000"/>
                </a:solidFill>
                <a:effectLst/>
                <a:uFillTx/>
                <a:latin typeface="Arial"/>
              </a:rPr>
              <a:t>unary-expression</a:t>
            </a:r>
            <a:br>
              <a:rPr sz="1000"/>
            </a:br>
            <a:r>
              <a:rPr lang="en-IN" sz="1000" b="0" u="none" strike="noStrike">
                <a:solidFill>
                  <a:srgbClr val="000000"/>
                </a:solidFill>
                <a:effectLst/>
                <a:uFillTx/>
                <a:latin typeface="Arial"/>
              </a:rPr>
              <a:t>unary-expression * multiplicative-expression</a:t>
            </a:r>
            <a:br>
              <a:rPr sz="1000"/>
            </a:br>
            <a:r>
              <a:rPr lang="en-IN" sz="1000" b="0" u="none" strike="noStrike">
                <a:solidFill>
                  <a:srgbClr val="000000"/>
                </a:solidFill>
                <a:effectLst/>
                <a:uFillTx/>
                <a:latin typeface="Arial"/>
              </a:rPr>
              <a:t>unary-expression / multiplicative-expression</a:t>
            </a:r>
            <a:br>
              <a:rPr sz="1000"/>
            </a:br>
            <a:r>
              <a:rPr lang="en-IN" sz="1000" b="0" u="none" strike="noStrike">
                <a:solidFill>
                  <a:srgbClr val="000000"/>
                </a:solidFill>
                <a:effectLst/>
                <a:uFillTx/>
                <a:latin typeface="Arial"/>
              </a:rPr>
              <a:t>unary-expression % multiplicative-expression</a:t>
            </a:r>
          </a:p>
          <a:p>
            <a:pPr marL="720000" indent="0">
              <a:lnSpc>
                <a:spcPct val="100000"/>
              </a:lnSpc>
              <a:spcBef>
                <a:spcPts val="1191"/>
              </a:spcBef>
              <a:spcAft>
                <a:spcPts val="992"/>
              </a:spcAft>
              <a:buNone/>
              <a:tabLst>
                <a:tab pos="0" algn="l"/>
              </a:tabLst>
            </a:pPr>
            <a:endParaRPr lang="en-IN" sz="1000" b="0" u="none" strike="noStrike">
              <a:solidFill>
                <a:srgbClr val="000000"/>
              </a:solidFill>
              <a:effectLst/>
              <a:uFillTx/>
              <a:latin typeface="Arial"/>
            </a:endParaRPr>
          </a:p>
        </p:txBody>
      </p:sp>
      <p:sp>
        <p:nvSpPr>
          <p:cNvPr id="4" name="PlaceHolder 3"/>
          <p:cNvSpPr>
            <a:spLocks noGrp="1"/>
          </p:cNvSpPr>
          <p:nvPr>
            <p:ph type="sldNum" idx="3"/>
          </p:nvPr>
        </p:nvSpPr>
        <p:spPr/>
        <p:txBody>
          <a:bodyPr/>
          <a:lstStyle/>
          <a:p>
            <a:fld id="{4CF173DD-2186-447B-879E-AD327321E088}" type="slidenum">
              <a:r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360000" y="165960"/>
            <a:ext cx="9358200" cy="504720"/>
          </a:xfrm>
          <a:prstGeom prst="rect">
            <a:avLst/>
          </a:prstGeom>
          <a:noFill/>
          <a:ln w="0">
            <a:noFill/>
          </a:ln>
        </p:spPr>
        <p:txBody>
          <a:bodyPr lIns="0" tIns="0" rIns="0" bIns="0" anchor="ctr">
            <a:spAutoFit/>
          </a:bodyPr>
          <a:lstStyle/>
          <a:p>
            <a:pPr algn="ctr">
              <a:lnSpc>
                <a:spcPct val="100000"/>
              </a:lnSpc>
              <a:tabLst>
                <a:tab pos="0" algn="l"/>
              </a:tabLst>
            </a:pPr>
            <a:r>
              <a:rPr lang="en-IN" sz="3300" dirty="0">
                <a:solidFill>
                  <a:srgbClr val="EEEEEE"/>
                </a:solidFill>
              </a:rPr>
              <a:t>Designing expression parser- </a:t>
            </a:r>
            <a:r>
              <a:rPr lang="en-IN" sz="3300" b="0" u="none" strike="noStrike" dirty="0">
                <a:solidFill>
                  <a:srgbClr val="EEEEEE"/>
                </a:solidFill>
                <a:effectLst/>
                <a:uFillTx/>
                <a:latin typeface="Arial"/>
              </a:rPr>
              <a:t>left factoring</a:t>
            </a:r>
            <a:endParaRPr lang="en-IN" sz="3300" b="0" u="none" strike="noStrike" dirty="0">
              <a:solidFill>
                <a:srgbClr val="000000"/>
              </a:solidFill>
              <a:effectLst/>
              <a:uFillTx/>
              <a:latin typeface="Arial"/>
            </a:endParaRPr>
          </a:p>
        </p:txBody>
      </p:sp>
      <p:sp>
        <p:nvSpPr>
          <p:cNvPr id="72" name="PlaceHolder 2"/>
          <p:cNvSpPr>
            <a:spLocks noGrp="1"/>
          </p:cNvSpPr>
          <p:nvPr>
            <p:ph/>
          </p:nvPr>
        </p:nvSpPr>
        <p:spPr>
          <a:xfrm>
            <a:off x="360000" y="720360"/>
            <a:ext cx="9358200" cy="4498200"/>
          </a:xfrm>
          <a:prstGeom prst="rect">
            <a:avLst/>
          </a:prstGeom>
          <a:noFill/>
          <a:ln w="0">
            <a:noFill/>
          </a:ln>
        </p:spPr>
        <p:txBody>
          <a:bodyPr lIns="0" tIns="0" rIns="0" bIns="0" anchor="t">
            <a:noAutofit/>
          </a:bodyPr>
          <a:lstStyle/>
          <a:p>
            <a:pPr marL="720000" indent="-324000">
              <a:lnSpc>
                <a:spcPct val="100000"/>
              </a:lnSpc>
              <a:spcBef>
                <a:spcPts val="1191"/>
              </a:spcBef>
              <a:spcAft>
                <a:spcPts val="992"/>
              </a:spcAft>
              <a:buClr>
                <a:srgbClr val="77CAEE"/>
              </a:buClr>
              <a:buSzPct val="45000"/>
              <a:buFont typeface="Wingdings" charset="2"/>
              <a:buChar char=""/>
            </a:pPr>
            <a:r>
              <a:rPr lang="en-IN" sz="1000" b="0" u="none" strike="noStrike">
                <a:solidFill>
                  <a:srgbClr val="000000"/>
                </a:solidFill>
                <a:effectLst/>
                <a:uFillTx/>
                <a:latin typeface="Arial"/>
                <a:ea typeface="Microsoft YaHei"/>
              </a:rPr>
              <a:t>We need to modify some of the grammar in which left recursion is present but which also expands on the left side, this case left recursion cannot be removed directly as terminals symbols(‘[‘, ‘(‘, ‘.’, ‘-&gt;’, ‘++’ ‘--’) of the postfix expression can keep on coming as we lookahead </a:t>
            </a:r>
            <a:br>
              <a:rPr sz="1000"/>
            </a:br>
            <a:r>
              <a:rPr lang="en-IN" sz="1000" b="0" u="none" strike="noStrike">
                <a:solidFill>
                  <a:srgbClr val="000000"/>
                </a:solidFill>
                <a:effectLst/>
                <a:uFillTx/>
                <a:latin typeface="Arial"/>
                <a:ea typeface="Microsoft YaHei"/>
              </a:rPr>
              <a:t>if we do left recursion removal by adding postfix-expression at end, then the entire grammar meaning will change</a:t>
            </a:r>
            <a:br>
              <a:rPr sz="1000"/>
            </a:br>
            <a:r>
              <a:rPr lang="en-IN" sz="1000" b="0" u="none" strike="noStrike">
                <a:solidFill>
                  <a:srgbClr val="000000"/>
                </a:solidFill>
                <a:effectLst/>
                <a:uFillTx/>
                <a:latin typeface="Arial"/>
                <a:ea typeface="Microsoft YaHei"/>
              </a:rPr>
              <a:t>  </a:t>
            </a:r>
            <a:br>
              <a:rPr sz="1000"/>
            </a:br>
            <a:r>
              <a:rPr lang="en-IN" sz="1000" b="0" u="none" strike="noStrike">
                <a:solidFill>
                  <a:srgbClr val="000000"/>
                </a:solidFill>
                <a:effectLst/>
                <a:uFillTx/>
                <a:latin typeface="Arial"/>
                <a:ea typeface="Microsoft YaHei"/>
              </a:rPr>
              <a:t>  postfix-expression:</a:t>
            </a:r>
            <a:br>
              <a:rPr sz="1000"/>
            </a:br>
            <a:r>
              <a:rPr lang="en-IN" sz="1000" b="0" u="none" strike="noStrike">
                <a:solidFill>
                  <a:srgbClr val="000000"/>
                </a:solidFill>
                <a:effectLst/>
                <a:uFillTx/>
                <a:latin typeface="Arial"/>
                <a:ea typeface="Microsoft YaHei"/>
              </a:rPr>
              <a:t>primary-expression</a:t>
            </a:r>
            <a:br>
              <a:rPr sz="1000"/>
            </a:br>
            <a:r>
              <a:rPr lang="en-IN" sz="1000" b="0" u="none" strike="noStrike">
                <a:solidFill>
                  <a:srgbClr val="000000"/>
                </a:solidFill>
                <a:effectLst/>
                <a:uFillTx/>
                <a:latin typeface="Arial"/>
                <a:ea typeface="Microsoft YaHei"/>
              </a:rPr>
              <a:t>postfix-expression [ expression ]</a:t>
            </a:r>
            <a:br>
              <a:rPr sz="1000"/>
            </a:br>
            <a:r>
              <a:rPr lang="en-IN" sz="1000" b="0" u="none" strike="noStrike">
                <a:solidFill>
                  <a:srgbClr val="000000"/>
                </a:solidFill>
                <a:effectLst/>
                <a:uFillTx/>
                <a:latin typeface="Arial"/>
                <a:ea typeface="Microsoft YaHei"/>
              </a:rPr>
              <a:t>postfix-expression ( argument-expression-list_opt )</a:t>
            </a:r>
            <a:br>
              <a:rPr sz="1000"/>
            </a:br>
            <a:r>
              <a:rPr lang="en-IN" sz="1000" b="0" u="none" strike="noStrike">
                <a:solidFill>
                  <a:srgbClr val="000000"/>
                </a:solidFill>
                <a:effectLst/>
                <a:uFillTx/>
                <a:latin typeface="Arial"/>
                <a:ea typeface="Microsoft YaHei"/>
              </a:rPr>
              <a:t>postfix-expression . Identifier</a:t>
            </a:r>
            <a:br>
              <a:rPr sz="1000"/>
            </a:br>
            <a:r>
              <a:rPr lang="en-IN" sz="1000" b="0" u="none" strike="noStrike">
                <a:solidFill>
                  <a:srgbClr val="000000"/>
                </a:solidFill>
                <a:effectLst/>
                <a:uFillTx/>
                <a:latin typeface="Arial"/>
                <a:ea typeface="Microsoft YaHei"/>
              </a:rPr>
              <a:t>postfix-expression -&gt; identifier</a:t>
            </a:r>
            <a:br>
              <a:rPr sz="1000"/>
            </a:br>
            <a:r>
              <a:rPr lang="en-IN" sz="1000" b="0" u="none" strike="noStrike">
                <a:solidFill>
                  <a:srgbClr val="000000"/>
                </a:solidFill>
                <a:effectLst/>
                <a:uFillTx/>
                <a:latin typeface="Arial"/>
                <a:ea typeface="Microsoft YaHei"/>
              </a:rPr>
              <a:t>postfix-expression ++</a:t>
            </a:r>
            <a:br>
              <a:rPr sz="1000"/>
            </a:br>
            <a:r>
              <a:rPr lang="en-IN" sz="1000" b="0" u="none" strike="noStrike">
                <a:solidFill>
                  <a:srgbClr val="000000"/>
                </a:solidFill>
                <a:effectLst/>
                <a:uFillTx/>
                <a:latin typeface="Arial"/>
                <a:ea typeface="Microsoft YaHei"/>
              </a:rPr>
              <a:t>postfix-expression --  </a:t>
            </a:r>
            <a:br>
              <a:rPr sz="1000"/>
            </a:br>
            <a:br>
              <a:rPr sz="1000"/>
            </a:br>
            <a:r>
              <a:rPr lang="en-IN" sz="1000" b="0" u="none" strike="noStrike">
                <a:solidFill>
                  <a:srgbClr val="000000"/>
                </a:solidFill>
                <a:effectLst/>
                <a:uFillTx/>
                <a:latin typeface="Arial"/>
                <a:ea typeface="Microsoft YaHei"/>
              </a:rPr>
              <a:t>To solve this we will place primary-expression in place of postfix-expression and postfix-expression will be added at end with new name of postfix-expression-dash, postfix-expression-dash will be a new grammar node which will keep looping when terminal  symbols(‘[‘, ‘(‘, ‘.’, ‘-&gt;’, ‘++’ ‘--’)  will occur and the grammar will keeo expand right side, not left side , so new grammar will look like this</a:t>
            </a:r>
            <a:br>
              <a:rPr sz="1000"/>
            </a:br>
            <a:br>
              <a:rPr sz="1000"/>
            </a:br>
            <a:r>
              <a:rPr lang="en-IN" sz="1000" b="0" u="none" strike="noStrike">
                <a:solidFill>
                  <a:srgbClr val="000000"/>
                </a:solidFill>
                <a:effectLst/>
                <a:uFillTx/>
                <a:latin typeface="Arial"/>
                <a:ea typeface="Microsoft YaHei"/>
              </a:rPr>
              <a:t>postfix_expression </a:t>
            </a:r>
            <a:br>
              <a:rPr sz="1000"/>
            </a:br>
            <a:r>
              <a:rPr lang="en-IN" sz="1000" b="0" u="none" strike="noStrike">
                <a:solidFill>
                  <a:srgbClr val="000000"/>
                </a:solidFill>
                <a:effectLst/>
                <a:uFillTx/>
                <a:latin typeface="Arial"/>
                <a:ea typeface="Microsoft YaHei"/>
              </a:rPr>
              <a:t>: primary_expression </a:t>
            </a:r>
            <a:br>
              <a:rPr sz="1000"/>
            </a:br>
            <a:r>
              <a:rPr lang="en-IN" sz="1000" b="0" u="none" strike="noStrike">
                <a:solidFill>
                  <a:srgbClr val="000000"/>
                </a:solidFill>
                <a:effectLst/>
                <a:uFillTx/>
                <a:latin typeface="Arial"/>
                <a:ea typeface="Microsoft YaHei"/>
              </a:rPr>
              <a:t>| primary_expression '[' expression ']' postfix_expression_dash </a:t>
            </a:r>
            <a:br>
              <a:rPr sz="1000"/>
            </a:br>
            <a:r>
              <a:rPr lang="en-IN" sz="1000" b="0" u="none" strike="noStrike">
                <a:solidFill>
                  <a:srgbClr val="000000"/>
                </a:solidFill>
                <a:effectLst/>
                <a:uFillTx/>
                <a:latin typeface="Arial"/>
                <a:ea typeface="Microsoft YaHei"/>
              </a:rPr>
              <a:t>| primary_expression (' argument_expression_list ')' postfix_expression_dash </a:t>
            </a:r>
            <a:br>
              <a:rPr sz="1000"/>
            </a:br>
            <a:r>
              <a:rPr lang="en-IN" sz="1000" b="0" u="none" strike="noStrike">
                <a:solidFill>
                  <a:srgbClr val="000000"/>
                </a:solidFill>
                <a:effectLst/>
                <a:uFillTx/>
                <a:latin typeface="Arial"/>
                <a:ea typeface="Microsoft YaHei"/>
              </a:rPr>
              <a:t>| primary_expression '.' IDENTIFIER postfix_expression_dash </a:t>
            </a:r>
            <a:br>
              <a:rPr sz="1000"/>
            </a:br>
            <a:r>
              <a:rPr lang="en-IN" sz="1000" b="0" u="none" strike="noStrike">
                <a:solidFill>
                  <a:srgbClr val="000000"/>
                </a:solidFill>
                <a:effectLst/>
                <a:uFillTx/>
                <a:latin typeface="Arial"/>
                <a:ea typeface="Microsoft YaHei"/>
              </a:rPr>
              <a:t>| primary_expression '-&gt;' IDENTIFIER postfix_expression_dash </a:t>
            </a:r>
            <a:br>
              <a:rPr sz="1000"/>
            </a:br>
            <a:r>
              <a:rPr lang="en-IN" sz="1000" b="0" u="none" strike="noStrike">
                <a:solidFill>
                  <a:srgbClr val="000000"/>
                </a:solidFill>
                <a:effectLst/>
                <a:uFillTx/>
                <a:latin typeface="Arial"/>
                <a:ea typeface="Microsoft YaHei"/>
              </a:rPr>
              <a:t>| primary_expression ++ postfix_expression_dash </a:t>
            </a:r>
            <a:br>
              <a:rPr sz="1000"/>
            </a:br>
            <a:r>
              <a:rPr lang="en-IN" sz="1000" b="0" u="none" strike="noStrike">
                <a:solidFill>
                  <a:srgbClr val="000000"/>
                </a:solidFill>
                <a:effectLst/>
                <a:uFillTx/>
                <a:latin typeface="Arial"/>
                <a:ea typeface="Microsoft YaHei"/>
              </a:rPr>
              <a:t>| primary_expression -- postfix_expression_dash</a:t>
            </a:r>
            <a:br>
              <a:rPr sz="1000"/>
            </a:br>
            <a:r>
              <a:rPr lang="en-IN" sz="1000" b="0" u="none" strike="noStrike">
                <a:solidFill>
                  <a:srgbClr val="000000"/>
                </a:solidFill>
                <a:effectLst/>
                <a:uFillTx/>
                <a:latin typeface="Arial"/>
                <a:ea typeface="Microsoft YaHei"/>
              </a:rPr>
              <a:t>  </a:t>
            </a:r>
            <a:br>
              <a:rPr sz="1000"/>
            </a:br>
            <a:r>
              <a:rPr lang="en-IN" sz="1000" b="0" u="none" strike="noStrike">
                <a:solidFill>
                  <a:srgbClr val="000000"/>
                </a:solidFill>
                <a:effectLst/>
                <a:uFillTx/>
                <a:latin typeface="Arial"/>
                <a:ea typeface="Microsoft YaHei"/>
              </a:rPr>
              <a:t> </a:t>
            </a:r>
            <a:endParaRPr lang="en-IN" sz="1000" b="0" u="none" strike="noStrike">
              <a:solidFill>
                <a:srgbClr val="000000"/>
              </a:solidFill>
              <a:effectLst/>
              <a:uFillTx/>
              <a:latin typeface="Arial"/>
            </a:endParaRPr>
          </a:p>
          <a:p>
            <a:pPr marL="720000" indent="0">
              <a:lnSpc>
                <a:spcPct val="100000"/>
              </a:lnSpc>
              <a:spcBef>
                <a:spcPts val="1191"/>
              </a:spcBef>
              <a:spcAft>
                <a:spcPts val="992"/>
              </a:spcAft>
              <a:buNone/>
              <a:tabLst>
                <a:tab pos="0" algn="l"/>
              </a:tabLst>
            </a:pPr>
            <a:r>
              <a:rPr lang="en-IN" sz="1000" b="0" u="none" strike="noStrike">
                <a:solidFill>
                  <a:srgbClr val="000000"/>
                </a:solidFill>
                <a:effectLst/>
                <a:uFillTx/>
                <a:latin typeface="Arial"/>
                <a:ea typeface="Microsoft YaHei"/>
              </a:rPr>
              <a:t> </a:t>
            </a:r>
            <a:endParaRPr lang="en-IN" sz="1000" b="0" u="none" strike="noStrike">
              <a:solidFill>
                <a:srgbClr val="000000"/>
              </a:solidFill>
              <a:effectLst/>
              <a:uFillTx/>
              <a:latin typeface="Arial"/>
            </a:endParaRPr>
          </a:p>
          <a:p>
            <a:pPr marL="720000" indent="0">
              <a:lnSpc>
                <a:spcPct val="100000"/>
              </a:lnSpc>
              <a:spcBef>
                <a:spcPts val="1191"/>
              </a:spcBef>
              <a:spcAft>
                <a:spcPts val="992"/>
              </a:spcAft>
              <a:buNone/>
              <a:tabLst>
                <a:tab pos="0" algn="l"/>
              </a:tabLst>
            </a:pPr>
            <a:r>
              <a:rPr lang="en-IN" sz="1000" b="0" u="none" strike="noStrike">
                <a:solidFill>
                  <a:srgbClr val="000000"/>
                </a:solidFill>
                <a:effectLst/>
                <a:uFillTx/>
                <a:latin typeface="Arial"/>
                <a:ea typeface="Microsoft YaHei"/>
              </a:rPr>
              <a:t> </a:t>
            </a:r>
            <a:endParaRPr lang="en-IN" sz="1000" b="0" u="none" strike="noStrike">
              <a:solidFill>
                <a:srgbClr val="000000"/>
              </a:solidFill>
              <a:effectLst/>
              <a:uFillTx/>
              <a:latin typeface="Arial"/>
            </a:endParaRPr>
          </a:p>
          <a:p>
            <a:pPr marL="720000" indent="-324000">
              <a:lnSpc>
                <a:spcPct val="100000"/>
              </a:lnSpc>
              <a:spcBef>
                <a:spcPts val="1191"/>
              </a:spcBef>
              <a:spcAft>
                <a:spcPts val="992"/>
              </a:spcAft>
              <a:buClr>
                <a:srgbClr val="77CAEE"/>
              </a:buClr>
              <a:buSzPct val="45000"/>
              <a:buFont typeface="Wingdings" charset="2"/>
              <a:buChar char=""/>
              <a:tabLst>
                <a:tab pos="0" algn="l"/>
              </a:tabLst>
            </a:pPr>
            <a:r>
              <a:rPr lang="en-IN" sz="1000" b="0" u="none" strike="noStrike">
                <a:solidFill>
                  <a:srgbClr val="000000"/>
                </a:solidFill>
                <a:effectLst/>
                <a:uFillTx/>
                <a:latin typeface="Arial"/>
                <a:ea typeface="Microsoft YaHei"/>
              </a:rPr>
              <a:t>  </a:t>
            </a:r>
            <a:br>
              <a:rPr sz="1000"/>
            </a:br>
            <a:br>
              <a:rPr sz="1000"/>
            </a:br>
            <a:br>
              <a:rPr sz="1000"/>
            </a:br>
            <a:br>
              <a:rPr sz="1000"/>
            </a:br>
            <a:br>
              <a:rPr sz="1000"/>
            </a:br>
            <a:r>
              <a:rPr lang="en-IN" sz="1000" b="0" u="none" strike="noStrike">
                <a:solidFill>
                  <a:srgbClr val="000000"/>
                </a:solidFill>
                <a:effectLst/>
                <a:uFillTx/>
                <a:latin typeface="Arial"/>
                <a:ea typeface="Microsoft YaHei"/>
              </a:rPr>
              <a:t> </a:t>
            </a:r>
            <a:br>
              <a:rPr sz="1000"/>
            </a:br>
            <a:r>
              <a:rPr lang="en-IN" sz="1000" b="0" u="none" strike="noStrike">
                <a:solidFill>
                  <a:srgbClr val="000000"/>
                </a:solidFill>
                <a:effectLst/>
                <a:uFillTx/>
                <a:latin typeface="Arial"/>
                <a:ea typeface="Microsoft YaHei"/>
              </a:rPr>
              <a:t> </a:t>
            </a:r>
            <a:endParaRPr lang="en-IN" sz="1000" b="0" u="none" strike="noStrike">
              <a:solidFill>
                <a:srgbClr val="000000"/>
              </a:solidFill>
              <a:effectLst/>
              <a:uFillTx/>
              <a:latin typeface="Arial"/>
            </a:endParaRPr>
          </a:p>
          <a:p>
            <a:pPr marL="720000" indent="0">
              <a:lnSpc>
                <a:spcPct val="100000"/>
              </a:lnSpc>
              <a:spcBef>
                <a:spcPts val="1191"/>
              </a:spcBef>
              <a:spcAft>
                <a:spcPts val="992"/>
              </a:spcAft>
              <a:buNone/>
              <a:tabLst>
                <a:tab pos="0" algn="l"/>
              </a:tabLst>
            </a:pPr>
            <a:endParaRPr lang="en-IN" sz="1000" b="0" u="none" strike="noStrike">
              <a:solidFill>
                <a:srgbClr val="000000"/>
              </a:solidFill>
              <a:effectLst/>
              <a:uFillTx/>
              <a:latin typeface="Arial"/>
            </a:endParaRPr>
          </a:p>
        </p:txBody>
      </p:sp>
      <p:sp>
        <p:nvSpPr>
          <p:cNvPr id="4" name="PlaceHolder 3"/>
          <p:cNvSpPr>
            <a:spLocks noGrp="1"/>
          </p:cNvSpPr>
          <p:nvPr>
            <p:ph type="sldNum" idx="3"/>
          </p:nvPr>
        </p:nvSpPr>
        <p:spPr/>
        <p:txBody>
          <a:bodyPr/>
          <a:lstStyle/>
          <a:p>
            <a:fld id="{0DAC0235-7AD6-47BB-85C5-E92427CE2E86}" type="slidenum">
              <a:r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360000" y="165960"/>
            <a:ext cx="9358200" cy="504720"/>
          </a:xfrm>
          <a:prstGeom prst="rect">
            <a:avLst/>
          </a:prstGeom>
          <a:noFill/>
          <a:ln w="0">
            <a:noFill/>
          </a:ln>
        </p:spPr>
        <p:txBody>
          <a:bodyPr lIns="0" tIns="0" rIns="0" bIns="0" anchor="ctr">
            <a:spAutoFit/>
          </a:bodyPr>
          <a:lstStyle/>
          <a:p>
            <a:pPr algn="ctr">
              <a:lnSpc>
                <a:spcPct val="100000"/>
              </a:lnSpc>
              <a:tabLst>
                <a:tab pos="0" algn="l"/>
              </a:tabLst>
            </a:pPr>
            <a:r>
              <a:rPr lang="en-IN" sz="3300" dirty="0">
                <a:solidFill>
                  <a:srgbClr val="EEEEEE"/>
                </a:solidFill>
              </a:rPr>
              <a:t>Designing expression parser- </a:t>
            </a:r>
            <a:r>
              <a:rPr lang="en-IN" sz="3300" b="0" u="none" strike="noStrike" dirty="0">
                <a:solidFill>
                  <a:srgbClr val="EEEEEE"/>
                </a:solidFill>
                <a:effectLst/>
                <a:uFillTx/>
                <a:latin typeface="Arial"/>
                <a:ea typeface="Microsoft YaHei"/>
              </a:rPr>
              <a:t>left factoring</a:t>
            </a:r>
            <a:endParaRPr lang="en-IN" sz="3300" b="0" u="none" strike="noStrike" dirty="0">
              <a:solidFill>
                <a:srgbClr val="000000"/>
              </a:solidFill>
              <a:effectLst/>
              <a:uFillTx/>
              <a:latin typeface="Arial"/>
            </a:endParaRPr>
          </a:p>
        </p:txBody>
      </p:sp>
      <p:sp>
        <p:nvSpPr>
          <p:cNvPr id="74" name="PlaceHolder 2"/>
          <p:cNvSpPr>
            <a:spLocks noGrp="1"/>
          </p:cNvSpPr>
          <p:nvPr>
            <p:ph/>
          </p:nvPr>
        </p:nvSpPr>
        <p:spPr>
          <a:xfrm>
            <a:off x="360000" y="1080000"/>
            <a:ext cx="9358200" cy="3598200"/>
          </a:xfrm>
          <a:prstGeom prst="rect">
            <a:avLst/>
          </a:prstGeom>
          <a:noFill/>
          <a:ln w="0">
            <a:noFill/>
          </a:ln>
        </p:spPr>
        <p:txBody>
          <a:bodyPr lIns="0" tIns="0" rIns="0" bIns="0" anchor="t">
            <a:noAutofit/>
          </a:bodyPr>
          <a:lstStyle/>
          <a:p>
            <a:pPr marL="720000" indent="-324000">
              <a:lnSpc>
                <a:spcPct val="100000"/>
              </a:lnSpc>
              <a:spcBef>
                <a:spcPts val="1191"/>
              </a:spcBef>
              <a:spcAft>
                <a:spcPts val="992"/>
              </a:spcAft>
              <a:buClr>
                <a:srgbClr val="77CAEE"/>
              </a:buClr>
              <a:buSzPct val="45000"/>
              <a:buFont typeface="Wingdings" charset="2"/>
              <a:buChar char=""/>
            </a:pPr>
            <a:r>
              <a:rPr lang="en-IN" sz="1050" b="0" u="none" strike="noStrike" dirty="0" err="1">
                <a:solidFill>
                  <a:srgbClr val="000000"/>
                </a:solidFill>
                <a:effectLst/>
                <a:uFillTx/>
                <a:latin typeface="Arial"/>
                <a:ea typeface="Microsoft YaHei"/>
              </a:rPr>
              <a:t>postfix_expression_dash</a:t>
            </a:r>
            <a:r>
              <a:rPr lang="en-IN" sz="1050" b="0" u="none" strike="noStrike" dirty="0">
                <a:solidFill>
                  <a:srgbClr val="000000"/>
                </a:solidFill>
                <a:effectLst/>
                <a:uFillTx/>
                <a:latin typeface="Arial"/>
                <a:ea typeface="Microsoft YaHei"/>
              </a:rPr>
              <a:t> is designed as such if it gets terminal  symbols(‘[‘, ‘(‘, ‘.’, ‘-&gt;’, ‘++’ ‘—’)  then it will again call itself or else it will terminate and </a:t>
            </a:r>
            <a:r>
              <a:rPr lang="en-IN" sz="1050" b="0" u="none" strike="noStrike" dirty="0" err="1">
                <a:solidFill>
                  <a:srgbClr val="000000"/>
                </a:solidFill>
                <a:effectLst/>
                <a:uFillTx/>
                <a:latin typeface="Arial"/>
                <a:ea typeface="Microsoft YaHei"/>
              </a:rPr>
              <a:t>goback</a:t>
            </a:r>
            <a:r>
              <a:rPr lang="en-IN" sz="1050" b="0" u="none" strike="noStrike" dirty="0">
                <a:solidFill>
                  <a:srgbClr val="000000"/>
                </a:solidFill>
                <a:effectLst/>
                <a:uFillTx/>
                <a:latin typeface="Arial"/>
                <a:ea typeface="Microsoft YaHei"/>
              </a:rPr>
              <a:t> to </a:t>
            </a:r>
            <a:r>
              <a:rPr lang="en-IN" sz="1050" b="0" u="none" strike="noStrike" dirty="0" err="1">
                <a:solidFill>
                  <a:srgbClr val="000000"/>
                </a:solidFill>
                <a:effectLst/>
                <a:uFillTx/>
                <a:latin typeface="Arial"/>
                <a:ea typeface="Microsoft YaHei"/>
              </a:rPr>
              <a:t>postfix_expression</a:t>
            </a:r>
            <a:br>
              <a:rPr sz="1050" dirty="0"/>
            </a:br>
            <a:br>
              <a:rPr sz="1050" dirty="0"/>
            </a:br>
            <a:r>
              <a:rPr lang="en-IN" sz="1050" b="0" u="none" strike="noStrike" dirty="0" err="1">
                <a:solidFill>
                  <a:srgbClr val="000000"/>
                </a:solidFill>
                <a:effectLst/>
                <a:uFillTx/>
                <a:latin typeface="Arial"/>
                <a:ea typeface="Microsoft YaHei"/>
              </a:rPr>
              <a:t>postfix_expression_dash</a:t>
            </a:r>
            <a:r>
              <a:rPr lang="en-IN" sz="1050" b="0" u="none" strike="noStrike" dirty="0">
                <a:solidFill>
                  <a:srgbClr val="000000"/>
                </a:solidFill>
                <a:effectLst/>
                <a:uFillTx/>
                <a:latin typeface="Arial"/>
                <a:ea typeface="Microsoft YaHei"/>
              </a:rPr>
              <a:t>: </a:t>
            </a:r>
            <a:br>
              <a:rPr sz="1050" dirty="0"/>
            </a:br>
            <a:r>
              <a:rPr lang="en-IN" sz="1050" b="0" u="none" strike="noStrike" dirty="0">
                <a:solidFill>
                  <a:srgbClr val="000000"/>
                </a:solidFill>
                <a:effectLst/>
                <a:uFillTx/>
                <a:latin typeface="Arial"/>
                <a:ea typeface="Microsoft YaHei"/>
              </a:rPr>
              <a:t>'[' expression ']' </a:t>
            </a:r>
            <a:r>
              <a:rPr lang="en-IN" sz="1050" b="0" u="none" strike="noStrike" dirty="0" err="1">
                <a:solidFill>
                  <a:srgbClr val="000000"/>
                </a:solidFill>
                <a:effectLst/>
                <a:uFillTx/>
                <a:latin typeface="Arial"/>
                <a:ea typeface="Microsoft YaHei"/>
              </a:rPr>
              <a:t>postfix_expression_dash</a:t>
            </a:r>
            <a:r>
              <a:rPr lang="en-IN" sz="1050" b="0" u="none" strike="noStrike" dirty="0">
                <a:solidFill>
                  <a:srgbClr val="000000"/>
                </a:solidFill>
                <a:effectLst/>
                <a:uFillTx/>
                <a:latin typeface="Arial"/>
                <a:ea typeface="Microsoft YaHei"/>
              </a:rPr>
              <a:t> </a:t>
            </a:r>
            <a:br>
              <a:rPr sz="1050" dirty="0"/>
            </a:br>
            <a:r>
              <a:rPr lang="en-IN" sz="1050" b="0" u="none" strike="noStrike" dirty="0">
                <a:solidFill>
                  <a:srgbClr val="000000"/>
                </a:solidFill>
                <a:effectLst/>
                <a:uFillTx/>
                <a:latin typeface="Arial"/>
                <a:ea typeface="Microsoft YaHei"/>
              </a:rPr>
              <a:t>| '(' </a:t>
            </a:r>
            <a:r>
              <a:rPr lang="en-IN" sz="1050" b="0" u="none" strike="noStrike" dirty="0" err="1">
                <a:solidFill>
                  <a:srgbClr val="000000"/>
                </a:solidFill>
                <a:effectLst/>
                <a:uFillTx/>
                <a:latin typeface="Arial"/>
                <a:ea typeface="Microsoft YaHei"/>
              </a:rPr>
              <a:t>argument_expression_list</a:t>
            </a:r>
            <a:r>
              <a:rPr lang="en-IN" sz="1050" b="0" u="none" strike="noStrike" dirty="0">
                <a:solidFill>
                  <a:srgbClr val="000000"/>
                </a:solidFill>
                <a:effectLst/>
                <a:uFillTx/>
                <a:latin typeface="Arial"/>
                <a:ea typeface="Microsoft YaHei"/>
              </a:rPr>
              <a:t> ')' </a:t>
            </a:r>
            <a:r>
              <a:rPr lang="en-IN" sz="1050" b="0" u="none" strike="noStrike" dirty="0" err="1">
                <a:solidFill>
                  <a:srgbClr val="000000"/>
                </a:solidFill>
                <a:effectLst/>
                <a:uFillTx/>
                <a:latin typeface="Arial"/>
                <a:ea typeface="Microsoft YaHei"/>
              </a:rPr>
              <a:t>postfix_expression_dash</a:t>
            </a:r>
            <a:r>
              <a:rPr lang="en-IN" sz="1050" b="0" u="none" strike="noStrike" dirty="0">
                <a:solidFill>
                  <a:srgbClr val="000000"/>
                </a:solidFill>
                <a:effectLst/>
                <a:uFillTx/>
                <a:latin typeface="Arial"/>
                <a:ea typeface="Microsoft YaHei"/>
              </a:rPr>
              <a:t> </a:t>
            </a:r>
            <a:br>
              <a:rPr sz="1050" dirty="0"/>
            </a:br>
            <a:r>
              <a:rPr lang="en-IN" sz="1050" b="0" u="none" strike="noStrike" dirty="0">
                <a:solidFill>
                  <a:srgbClr val="000000"/>
                </a:solidFill>
                <a:effectLst/>
                <a:uFillTx/>
                <a:latin typeface="Arial"/>
                <a:ea typeface="Microsoft YaHei"/>
              </a:rPr>
              <a:t>| '.' IDENTIFIER </a:t>
            </a:r>
            <a:r>
              <a:rPr lang="en-IN" sz="1050" b="0" u="none" strike="noStrike" dirty="0" err="1">
                <a:solidFill>
                  <a:srgbClr val="000000"/>
                </a:solidFill>
                <a:effectLst/>
                <a:uFillTx/>
                <a:latin typeface="Arial"/>
                <a:ea typeface="Microsoft YaHei"/>
              </a:rPr>
              <a:t>postfix_expression_dash</a:t>
            </a:r>
            <a:r>
              <a:rPr lang="en-IN" sz="1050" b="0" u="none" strike="noStrike" dirty="0">
                <a:solidFill>
                  <a:srgbClr val="000000"/>
                </a:solidFill>
                <a:effectLst/>
                <a:uFillTx/>
                <a:latin typeface="Arial"/>
                <a:ea typeface="Microsoft YaHei"/>
              </a:rPr>
              <a:t> </a:t>
            </a:r>
            <a:br>
              <a:rPr sz="1050" dirty="0"/>
            </a:br>
            <a:r>
              <a:rPr lang="en-IN" sz="1050" b="0" u="none" strike="noStrike" dirty="0">
                <a:solidFill>
                  <a:srgbClr val="000000"/>
                </a:solidFill>
                <a:effectLst/>
                <a:uFillTx/>
                <a:latin typeface="Arial"/>
                <a:ea typeface="Microsoft YaHei"/>
              </a:rPr>
              <a:t>| '-&gt;' IDENTIFIER </a:t>
            </a:r>
            <a:r>
              <a:rPr lang="en-IN" sz="1050" b="0" u="none" strike="noStrike" dirty="0" err="1">
                <a:solidFill>
                  <a:srgbClr val="000000"/>
                </a:solidFill>
                <a:effectLst/>
                <a:uFillTx/>
                <a:latin typeface="Arial"/>
                <a:ea typeface="Microsoft YaHei"/>
              </a:rPr>
              <a:t>postfix_expression_dash</a:t>
            </a:r>
            <a:r>
              <a:rPr lang="en-IN" sz="1050" b="0" u="none" strike="noStrike" dirty="0">
                <a:solidFill>
                  <a:srgbClr val="000000"/>
                </a:solidFill>
                <a:effectLst/>
                <a:uFillTx/>
                <a:latin typeface="Arial"/>
                <a:ea typeface="Microsoft YaHei"/>
              </a:rPr>
              <a:t> </a:t>
            </a:r>
            <a:br>
              <a:rPr sz="1050" dirty="0"/>
            </a:br>
            <a:r>
              <a:rPr lang="en-IN" sz="1050" b="0" u="none" strike="noStrike" dirty="0">
                <a:solidFill>
                  <a:srgbClr val="000000"/>
                </a:solidFill>
                <a:effectLst/>
                <a:uFillTx/>
                <a:latin typeface="Arial"/>
                <a:ea typeface="Microsoft YaHei"/>
              </a:rPr>
              <a:t>| ++ </a:t>
            </a:r>
            <a:r>
              <a:rPr lang="en-IN" sz="1050" b="0" u="none" strike="noStrike" dirty="0" err="1">
                <a:solidFill>
                  <a:srgbClr val="000000"/>
                </a:solidFill>
                <a:effectLst/>
                <a:uFillTx/>
                <a:latin typeface="Arial"/>
                <a:ea typeface="Microsoft YaHei"/>
              </a:rPr>
              <a:t>postfix_expression_dash</a:t>
            </a:r>
            <a:r>
              <a:rPr lang="en-IN" sz="1050" b="0" u="none" strike="noStrike" dirty="0">
                <a:solidFill>
                  <a:srgbClr val="000000"/>
                </a:solidFill>
                <a:effectLst/>
                <a:uFillTx/>
                <a:latin typeface="Arial"/>
                <a:ea typeface="Microsoft YaHei"/>
              </a:rPr>
              <a:t> </a:t>
            </a:r>
            <a:br>
              <a:rPr sz="1050" dirty="0"/>
            </a:br>
            <a:r>
              <a:rPr lang="en-IN" sz="1050" b="0" u="none" strike="noStrike" dirty="0">
                <a:solidFill>
                  <a:srgbClr val="000000"/>
                </a:solidFill>
                <a:effectLst/>
                <a:uFillTx/>
                <a:latin typeface="Arial"/>
                <a:ea typeface="Microsoft YaHei"/>
              </a:rPr>
              <a:t>| -- </a:t>
            </a:r>
            <a:r>
              <a:rPr lang="en-IN" sz="1050" b="0" u="none" strike="noStrike" dirty="0" err="1">
                <a:solidFill>
                  <a:srgbClr val="000000"/>
                </a:solidFill>
                <a:effectLst/>
                <a:uFillTx/>
                <a:latin typeface="Arial"/>
                <a:ea typeface="Microsoft YaHei"/>
              </a:rPr>
              <a:t>postfix_expression_dash</a:t>
            </a:r>
            <a:endParaRPr lang="en-IN" sz="1050" b="0" u="none" strike="noStrike" dirty="0">
              <a:solidFill>
                <a:srgbClr val="000000"/>
              </a:solidFill>
              <a:effectLst/>
              <a:uFillTx/>
              <a:latin typeface="Arial"/>
            </a:endParaRPr>
          </a:p>
          <a:p>
            <a:pPr marL="720000" indent="0">
              <a:lnSpc>
                <a:spcPct val="100000"/>
              </a:lnSpc>
              <a:spcBef>
                <a:spcPts val="1191"/>
              </a:spcBef>
              <a:spcAft>
                <a:spcPts val="992"/>
              </a:spcAft>
              <a:buNone/>
              <a:tabLst>
                <a:tab pos="0" algn="l"/>
              </a:tabLst>
            </a:pPr>
            <a:endParaRPr lang="en-IN" sz="1000" b="0" u="none" strike="noStrike" dirty="0">
              <a:solidFill>
                <a:srgbClr val="000000"/>
              </a:solidFill>
              <a:effectLst/>
              <a:uFillTx/>
              <a:latin typeface="Arial"/>
            </a:endParaRPr>
          </a:p>
        </p:txBody>
      </p:sp>
      <p:pic>
        <p:nvPicPr>
          <p:cNvPr id="75" name="Picture 74"/>
          <p:cNvPicPr/>
          <p:nvPr/>
        </p:nvPicPr>
        <p:blipFill>
          <a:blip r:embed="rId2"/>
          <a:stretch/>
        </p:blipFill>
        <p:spPr>
          <a:xfrm>
            <a:off x="5208120" y="1620000"/>
            <a:ext cx="4331520" cy="2879640"/>
          </a:xfrm>
          <a:prstGeom prst="rect">
            <a:avLst/>
          </a:prstGeom>
          <a:noFill/>
          <a:ln w="0">
            <a:noFill/>
          </a:ln>
        </p:spPr>
      </p:pic>
      <p:sp>
        <p:nvSpPr>
          <p:cNvPr id="4" name="PlaceHolder 3"/>
          <p:cNvSpPr>
            <a:spLocks noGrp="1"/>
          </p:cNvSpPr>
          <p:nvPr>
            <p:ph type="sldNum" idx="3"/>
          </p:nvPr>
        </p:nvSpPr>
        <p:spPr/>
        <p:txBody>
          <a:bodyPr/>
          <a:lstStyle/>
          <a:p>
            <a:fld id="{02D80F18-8B04-4AB9-8B77-D85D2E23F0CE}" type="slidenum">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360000" y="165960"/>
            <a:ext cx="9358200" cy="504720"/>
          </a:xfrm>
          <a:prstGeom prst="rect">
            <a:avLst/>
          </a:prstGeom>
          <a:noFill/>
          <a:ln w="0">
            <a:noFill/>
          </a:ln>
        </p:spPr>
        <p:txBody>
          <a:bodyPr lIns="0" tIns="0" rIns="0" bIns="0" anchor="ctr">
            <a:spAutoFit/>
          </a:bodyPr>
          <a:lstStyle/>
          <a:p>
            <a:pPr algn="ctr">
              <a:lnSpc>
                <a:spcPct val="100000"/>
              </a:lnSpc>
              <a:tabLst>
                <a:tab pos="0" algn="l"/>
              </a:tabLst>
            </a:pPr>
            <a:r>
              <a:rPr lang="en-IN" sz="3300" dirty="0">
                <a:solidFill>
                  <a:srgbClr val="EEEEEE"/>
                </a:solidFill>
              </a:rPr>
              <a:t>Designing expression parser- </a:t>
            </a:r>
            <a:r>
              <a:rPr lang="en-IN" sz="3300" b="0" u="none" strike="noStrike" dirty="0">
                <a:solidFill>
                  <a:srgbClr val="EEEEEE"/>
                </a:solidFill>
                <a:effectLst/>
                <a:uFillTx/>
                <a:latin typeface="Arial"/>
              </a:rPr>
              <a:t>Terminals</a:t>
            </a:r>
            <a:endParaRPr lang="en-IN" sz="3300" b="0" u="none" strike="noStrike" dirty="0">
              <a:solidFill>
                <a:srgbClr val="000000"/>
              </a:solidFill>
              <a:effectLst/>
              <a:uFillTx/>
              <a:latin typeface="Arial"/>
            </a:endParaRPr>
          </a:p>
        </p:txBody>
      </p:sp>
      <p:sp>
        <p:nvSpPr>
          <p:cNvPr id="77" name="PlaceHolder 2"/>
          <p:cNvSpPr>
            <a:spLocks noGrp="1"/>
          </p:cNvSpPr>
          <p:nvPr>
            <p:ph/>
          </p:nvPr>
        </p:nvSpPr>
        <p:spPr>
          <a:xfrm>
            <a:off x="360360" y="900360"/>
            <a:ext cx="9358200" cy="3598200"/>
          </a:xfrm>
          <a:prstGeom prst="rect">
            <a:avLst/>
          </a:prstGeom>
          <a:noFill/>
          <a:ln w="0">
            <a:noFill/>
          </a:ln>
        </p:spPr>
        <p:txBody>
          <a:bodyPr lIns="0" tIns="0" rIns="0" bIns="0" anchor="t">
            <a:noAutofit/>
          </a:bodyPr>
          <a:lstStyle/>
          <a:p>
            <a:pPr marL="396000">
              <a:lnSpc>
                <a:spcPct val="100000"/>
              </a:lnSpc>
              <a:spcBef>
                <a:spcPts val="1191"/>
              </a:spcBef>
              <a:spcAft>
                <a:spcPts val="992"/>
              </a:spcAft>
              <a:buClr>
                <a:srgbClr val="77CAEE"/>
              </a:buClr>
              <a:buSzPct val="45000"/>
            </a:pPr>
            <a:r>
              <a:rPr lang="en-IN" sz="1050" b="0" u="none" strike="noStrike" dirty="0">
                <a:solidFill>
                  <a:srgbClr val="000000"/>
                </a:solidFill>
                <a:effectLst/>
                <a:uFillTx/>
                <a:latin typeface="Arial"/>
              </a:rPr>
              <a:t>There are 3 types of terminal symbols, where parser terminates if it matches the symbols and also these are also the leaf nodes or bottom most nodes</a:t>
            </a:r>
          </a:p>
          <a:p>
            <a:pPr marL="720000" indent="-324000">
              <a:lnSpc>
                <a:spcPct val="100000"/>
              </a:lnSpc>
              <a:spcBef>
                <a:spcPts val="1191"/>
              </a:spcBef>
              <a:spcAft>
                <a:spcPts val="992"/>
              </a:spcAft>
              <a:buClr>
                <a:srgbClr val="77CAEE"/>
              </a:buClr>
              <a:buSzPct val="45000"/>
              <a:buFont typeface="Wingdings" charset="2"/>
              <a:buChar char=""/>
            </a:pPr>
            <a:r>
              <a:rPr lang="en-IN" sz="1050" b="0" u="none" strike="noStrike" dirty="0" err="1">
                <a:solidFill>
                  <a:srgbClr val="000000"/>
                </a:solidFill>
                <a:effectLst/>
                <a:uFillTx/>
                <a:latin typeface="Arial"/>
              </a:rPr>
              <a:t>primary_expression</a:t>
            </a:r>
            <a:r>
              <a:rPr lang="en-IN" sz="1050" b="0" u="none" strike="noStrike" dirty="0">
                <a:solidFill>
                  <a:srgbClr val="000000"/>
                </a:solidFill>
                <a:effectLst/>
                <a:uFillTx/>
                <a:latin typeface="Arial"/>
              </a:rPr>
              <a:t>: there are the identifiers </a:t>
            </a:r>
            <a:r>
              <a:rPr lang="en-IN" sz="1050" b="0" u="none" strike="noStrike" dirty="0" err="1">
                <a:solidFill>
                  <a:srgbClr val="000000"/>
                </a:solidFill>
                <a:effectLst/>
                <a:uFillTx/>
                <a:latin typeface="Arial"/>
              </a:rPr>
              <a:t>i.e</a:t>
            </a:r>
            <a:r>
              <a:rPr lang="en-IN" sz="1050" b="0" u="none" strike="noStrike" dirty="0">
                <a:solidFill>
                  <a:srgbClr val="000000"/>
                </a:solidFill>
                <a:effectLst/>
                <a:uFillTx/>
                <a:latin typeface="Arial"/>
              </a:rPr>
              <a:t>  integer constants , float constants, </a:t>
            </a:r>
            <a:r>
              <a:rPr lang="en-IN" sz="1050" b="0" u="none" strike="noStrike" dirty="0" err="1">
                <a:solidFill>
                  <a:srgbClr val="000000"/>
                </a:solidFill>
                <a:effectLst/>
                <a:uFillTx/>
                <a:latin typeface="Arial"/>
              </a:rPr>
              <a:t>octals</a:t>
            </a:r>
            <a:r>
              <a:rPr lang="en-IN" sz="1050" b="0" u="none" strike="noStrike" dirty="0">
                <a:solidFill>
                  <a:srgbClr val="000000"/>
                </a:solidFill>
                <a:effectLst/>
                <a:uFillTx/>
                <a:latin typeface="Arial"/>
              </a:rPr>
              <a:t>, variable names, strings, literals etc. </a:t>
            </a:r>
          </a:p>
          <a:p>
            <a:pPr marL="720000" indent="-324000">
              <a:lnSpc>
                <a:spcPct val="100000"/>
              </a:lnSpc>
              <a:spcBef>
                <a:spcPts val="1191"/>
              </a:spcBef>
              <a:spcAft>
                <a:spcPts val="992"/>
              </a:spcAft>
              <a:buClr>
                <a:srgbClr val="77CAEE"/>
              </a:buClr>
              <a:buSzPct val="45000"/>
              <a:buFont typeface="Wingdings" charset="2"/>
              <a:buChar char=""/>
            </a:pPr>
            <a:r>
              <a:rPr lang="en-IN" sz="1050" b="0" u="none" strike="noStrike" dirty="0">
                <a:solidFill>
                  <a:srgbClr val="000000"/>
                </a:solidFill>
                <a:effectLst/>
                <a:uFillTx/>
                <a:latin typeface="Arial"/>
              </a:rPr>
              <a:t>unary-expression: there are the unary operators such as ++, --, &amp;, ~, !, </a:t>
            </a:r>
            <a:r>
              <a:rPr lang="en-IN" sz="1050" b="0" u="none" strike="noStrike" dirty="0" err="1">
                <a:solidFill>
                  <a:srgbClr val="000000"/>
                </a:solidFill>
                <a:effectLst/>
                <a:uFillTx/>
                <a:latin typeface="Arial"/>
              </a:rPr>
              <a:t>sizeof</a:t>
            </a:r>
            <a:r>
              <a:rPr lang="en-IN" sz="1050" b="0" u="none" strike="noStrike" dirty="0">
                <a:solidFill>
                  <a:srgbClr val="000000"/>
                </a:solidFill>
                <a:effectLst/>
                <a:uFillTx/>
                <a:latin typeface="Arial"/>
              </a:rPr>
              <a:t> etc. </a:t>
            </a:r>
          </a:p>
          <a:p>
            <a:pPr marL="720000" indent="-324000">
              <a:lnSpc>
                <a:spcPct val="100000"/>
              </a:lnSpc>
              <a:spcBef>
                <a:spcPts val="1191"/>
              </a:spcBef>
              <a:spcAft>
                <a:spcPts val="992"/>
              </a:spcAft>
              <a:buClr>
                <a:srgbClr val="77CAEE"/>
              </a:buClr>
              <a:buSzPct val="45000"/>
              <a:buFont typeface="Wingdings" charset="2"/>
              <a:buChar char=""/>
            </a:pPr>
            <a:r>
              <a:rPr lang="en-IN" sz="1050" b="0" u="none" strike="noStrike" dirty="0">
                <a:solidFill>
                  <a:srgbClr val="000000"/>
                </a:solidFill>
                <a:effectLst/>
                <a:uFillTx/>
                <a:latin typeface="Arial"/>
              </a:rPr>
              <a:t>postfix-expression: there are arrays operator ‘[‘ ‘]’, function caller, structure member operators, post increment or post decrement operators </a:t>
            </a:r>
            <a:br>
              <a:rPr sz="1000" dirty="0"/>
            </a:br>
            <a:r>
              <a:rPr lang="en-IN" sz="1000" b="0" u="none" strike="noStrike" dirty="0">
                <a:solidFill>
                  <a:srgbClr val="000000"/>
                </a:solidFill>
                <a:effectLst/>
                <a:uFillTx/>
                <a:latin typeface="Arial"/>
              </a:rPr>
              <a:t> </a:t>
            </a:r>
          </a:p>
          <a:p>
            <a:pPr marL="720000" indent="0">
              <a:lnSpc>
                <a:spcPct val="100000"/>
              </a:lnSpc>
              <a:spcBef>
                <a:spcPts val="1191"/>
              </a:spcBef>
              <a:spcAft>
                <a:spcPts val="992"/>
              </a:spcAft>
              <a:buNone/>
              <a:tabLst>
                <a:tab pos="0" algn="l"/>
              </a:tabLst>
            </a:pPr>
            <a:endParaRPr lang="en-IN" sz="1000" b="0" u="none" strike="noStrike" dirty="0">
              <a:solidFill>
                <a:srgbClr val="000000"/>
              </a:solidFill>
              <a:effectLst/>
              <a:uFillTx/>
              <a:latin typeface="Arial"/>
            </a:endParaRPr>
          </a:p>
        </p:txBody>
      </p:sp>
      <p:sp>
        <p:nvSpPr>
          <p:cNvPr id="4" name="PlaceHolder 3"/>
          <p:cNvSpPr>
            <a:spLocks noGrp="1"/>
          </p:cNvSpPr>
          <p:nvPr>
            <p:ph type="sldNum" idx="3"/>
          </p:nvPr>
        </p:nvSpPr>
        <p:spPr/>
        <p:txBody>
          <a:bodyPr/>
          <a:lstStyle/>
          <a:p>
            <a:fld id="{C3AC36E3-B08F-4078-B816-5FC89F45A914}" type="slidenum">
              <a:r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360000" y="165960"/>
            <a:ext cx="9358200" cy="504720"/>
          </a:xfrm>
          <a:prstGeom prst="rect">
            <a:avLst/>
          </a:prstGeom>
          <a:noFill/>
          <a:ln w="0">
            <a:noFill/>
          </a:ln>
        </p:spPr>
        <p:txBody>
          <a:bodyPr lIns="0" tIns="0" rIns="0" bIns="0" anchor="ctr">
            <a:spAutoFit/>
          </a:bodyPr>
          <a:lstStyle/>
          <a:p>
            <a:pPr algn="ctr">
              <a:lnSpc>
                <a:spcPct val="100000"/>
              </a:lnSpc>
              <a:tabLst>
                <a:tab pos="0" algn="l"/>
              </a:tabLst>
            </a:pPr>
            <a:r>
              <a:rPr lang="en-IN" sz="3300" dirty="0">
                <a:solidFill>
                  <a:srgbClr val="EEEEEE"/>
                </a:solidFill>
              </a:rPr>
              <a:t>Designing expression parser- </a:t>
            </a:r>
            <a:r>
              <a:rPr lang="en-IN" sz="3300" b="0" u="none" strike="noStrike" dirty="0">
                <a:solidFill>
                  <a:srgbClr val="EEEEEE"/>
                </a:solidFill>
                <a:effectLst/>
                <a:uFillTx/>
                <a:latin typeface="Arial"/>
              </a:rPr>
              <a:t>Halting problem</a:t>
            </a:r>
            <a:endParaRPr lang="en-IN" sz="3300" b="0" u="none" strike="noStrike" dirty="0">
              <a:solidFill>
                <a:srgbClr val="000000"/>
              </a:solidFill>
              <a:effectLst/>
              <a:uFillTx/>
              <a:latin typeface="Arial"/>
            </a:endParaRPr>
          </a:p>
        </p:txBody>
      </p:sp>
      <p:sp>
        <p:nvSpPr>
          <p:cNvPr id="79" name="PlaceHolder 2"/>
          <p:cNvSpPr>
            <a:spLocks noGrp="1"/>
          </p:cNvSpPr>
          <p:nvPr>
            <p:ph/>
          </p:nvPr>
        </p:nvSpPr>
        <p:spPr>
          <a:xfrm>
            <a:off x="360000" y="1080000"/>
            <a:ext cx="9358200" cy="3598200"/>
          </a:xfrm>
          <a:prstGeom prst="rect">
            <a:avLst/>
          </a:prstGeom>
          <a:noFill/>
          <a:ln w="0">
            <a:noFill/>
          </a:ln>
        </p:spPr>
        <p:txBody>
          <a:bodyPr lIns="0" tIns="0" rIns="0" bIns="0" anchor="t">
            <a:noAutofit/>
          </a:bodyPr>
          <a:lstStyle/>
          <a:p>
            <a:pPr marL="720000" indent="-324000">
              <a:lnSpc>
                <a:spcPct val="100000"/>
              </a:lnSpc>
              <a:spcBef>
                <a:spcPts val="1191"/>
              </a:spcBef>
              <a:spcAft>
                <a:spcPts val="992"/>
              </a:spcAft>
              <a:buClr>
                <a:srgbClr val="77CAEE"/>
              </a:buClr>
              <a:buSzPct val="45000"/>
              <a:buFont typeface="Wingdings" charset="2"/>
              <a:buChar char=""/>
            </a:pPr>
            <a:r>
              <a:rPr lang="en-IN" sz="1000" b="0" u="none" strike="noStrike">
                <a:solidFill>
                  <a:srgbClr val="000000"/>
                </a:solidFill>
                <a:effectLst/>
                <a:uFillTx/>
                <a:latin typeface="Arial"/>
                <a:ea typeface="Microsoft YaHei"/>
              </a:rPr>
              <a:t>According to the grammar given in K&amp;R C, the parser will terminate at the bottom most nodes or leaf nodes specifically in </a:t>
            </a:r>
            <a:r>
              <a:rPr lang="en-IN" sz="1050" b="0" u="none" strike="noStrike">
                <a:solidFill>
                  <a:srgbClr val="000000"/>
                </a:solidFill>
                <a:effectLst/>
                <a:uFillTx/>
                <a:latin typeface="Arial"/>
                <a:ea typeface="Microsoft YaHei"/>
              </a:rPr>
              <a:t>primary_expression, unary-expression, or </a:t>
            </a:r>
            <a:r>
              <a:rPr lang="en-IN" sz="1000" b="0" u="none" strike="noStrike">
                <a:solidFill>
                  <a:srgbClr val="000000"/>
                </a:solidFill>
                <a:effectLst/>
                <a:uFillTx/>
                <a:latin typeface="Arial"/>
                <a:ea typeface="Microsoft YaHei"/>
              </a:rPr>
              <a:t> </a:t>
            </a:r>
            <a:r>
              <a:rPr lang="en-IN" sz="1050" b="0" u="none" strike="noStrike">
                <a:solidFill>
                  <a:srgbClr val="000000"/>
                </a:solidFill>
                <a:effectLst/>
                <a:uFillTx/>
                <a:latin typeface="Arial"/>
                <a:ea typeface="Microsoft YaHei"/>
              </a:rPr>
              <a:t>postfix-expression after doing a binary operation or ternary operation at max.</a:t>
            </a:r>
            <a:br>
              <a:rPr sz="1050"/>
            </a:br>
            <a:br>
              <a:rPr sz="1050"/>
            </a:br>
            <a:r>
              <a:rPr lang="en-IN" sz="1050" b="0" u="none" strike="noStrike">
                <a:solidFill>
                  <a:srgbClr val="000000"/>
                </a:solidFill>
                <a:effectLst/>
                <a:uFillTx/>
                <a:latin typeface="Arial"/>
                <a:ea typeface="Microsoft YaHei"/>
              </a:rPr>
              <a:t>Suppose this is a c syntax:-</a:t>
            </a:r>
            <a:br>
              <a:rPr sz="1050"/>
            </a:br>
            <a:br>
              <a:rPr sz="1050"/>
            </a:br>
            <a:r>
              <a:rPr lang="en-IN" sz="1050" b="0" u="none" strike="noStrike">
                <a:solidFill>
                  <a:srgbClr val="000000"/>
                </a:solidFill>
                <a:effectLst/>
                <a:highlight>
                  <a:srgbClr val="81D41A"/>
                </a:highlight>
                <a:uFillTx/>
                <a:latin typeface="Arial"/>
                <a:ea typeface="Microsoft YaHei"/>
              </a:rPr>
              <a:t>a++ + ++b</a:t>
            </a:r>
            <a:r>
              <a:rPr lang="en-IN" sz="1050" b="0" u="none" strike="noStrike">
                <a:solidFill>
                  <a:srgbClr val="000000"/>
                </a:solidFill>
                <a:effectLst/>
                <a:uFillTx/>
                <a:latin typeface="Arial"/>
                <a:ea typeface="Microsoft YaHei"/>
              </a:rPr>
              <a:t> - d</a:t>
            </a:r>
            <a:r>
              <a:rPr lang="en-IN" sz="1000" b="0" u="none" strike="noStrike">
                <a:solidFill>
                  <a:srgbClr val="000000"/>
                </a:solidFill>
                <a:effectLst/>
                <a:uFillTx/>
                <a:latin typeface="Arial"/>
                <a:ea typeface="Microsoft YaHei"/>
              </a:rPr>
              <a:t> </a:t>
            </a:r>
            <a:br>
              <a:rPr sz="1000"/>
            </a:br>
            <a:br>
              <a:rPr sz="1000"/>
            </a:br>
            <a:r>
              <a:rPr lang="en-IN" sz="1000" b="0" u="none" strike="noStrike">
                <a:solidFill>
                  <a:srgbClr val="000000"/>
                </a:solidFill>
                <a:effectLst/>
                <a:uFillTx/>
                <a:latin typeface="Arial"/>
                <a:ea typeface="Microsoft YaHei"/>
              </a:rPr>
              <a:t>so it will run till reading b, because additive-expression will be the last grammar to execute</a:t>
            </a:r>
            <a:br>
              <a:rPr sz="1000"/>
            </a:br>
            <a:r>
              <a:rPr lang="en-IN" sz="1000" b="0" u="none" strike="noStrike">
                <a:solidFill>
                  <a:srgbClr val="000000"/>
                </a:solidFill>
                <a:effectLst/>
                <a:uFillTx/>
                <a:latin typeface="Arial"/>
                <a:ea typeface="Microsoft YaHei"/>
              </a:rPr>
              <a:t>So the question is how can we make it to run until entire expression is not read completely, the simple solution is to put infinite recursion such that the bottom nodes can call the top-most node again, just before that we need to check whether lookahead symbol is ‘;’ or not, if ‘;’ is there then we can terminate</a:t>
            </a:r>
            <a:br>
              <a:rPr sz="1000"/>
            </a:br>
            <a:r>
              <a:rPr lang="en-IN" sz="1000" b="1" u="none" strike="noStrike">
                <a:solidFill>
                  <a:srgbClr val="000000"/>
                </a:solidFill>
                <a:effectLst/>
                <a:uFillTx/>
                <a:latin typeface="Arial"/>
                <a:ea typeface="Microsoft YaHei"/>
              </a:rPr>
              <a:t>unary-expression is the topmost among the </a:t>
            </a:r>
            <a:r>
              <a:rPr lang="en-IN" sz="1050" b="1" u="none" strike="noStrike">
                <a:solidFill>
                  <a:srgbClr val="000000"/>
                </a:solidFill>
                <a:effectLst/>
                <a:uFillTx/>
                <a:latin typeface="Arial"/>
                <a:ea typeface="Microsoft YaHei"/>
              </a:rPr>
              <a:t>primary_expression, unary-expression, or </a:t>
            </a:r>
            <a:r>
              <a:rPr lang="en-IN" sz="1000" b="1" u="none" strike="noStrike">
                <a:solidFill>
                  <a:srgbClr val="000000"/>
                </a:solidFill>
                <a:effectLst/>
                <a:uFillTx/>
                <a:latin typeface="Arial"/>
                <a:ea typeface="Microsoft YaHei"/>
              </a:rPr>
              <a:t> </a:t>
            </a:r>
            <a:r>
              <a:rPr lang="en-IN" sz="1050" b="1" u="none" strike="noStrike">
                <a:solidFill>
                  <a:srgbClr val="000000"/>
                </a:solidFill>
                <a:effectLst/>
                <a:uFillTx/>
                <a:latin typeface="Arial"/>
                <a:ea typeface="Microsoft YaHei"/>
              </a:rPr>
              <a:t>postfix-expression bottom most nodes, hence we have replaced “</a:t>
            </a:r>
            <a:r>
              <a:rPr lang="en-IN" sz="1000" b="1" u="none" strike="noStrike">
                <a:solidFill>
                  <a:srgbClr val="000000"/>
                </a:solidFill>
                <a:effectLst/>
                <a:uFillTx/>
                <a:latin typeface="Arial"/>
                <a:ea typeface="Microsoft YaHei"/>
              </a:rPr>
              <a:t>unary-expression” recursion with “expression” recursion call within unary-expression function.</a:t>
            </a:r>
            <a:br>
              <a:rPr sz="1000"/>
            </a:br>
            <a:br>
              <a:rPr sz="1000"/>
            </a:br>
            <a:r>
              <a:rPr lang="en-IN" sz="1000" b="0" u="none" strike="noStrike">
                <a:solidFill>
                  <a:srgbClr val="000000"/>
                </a:solidFill>
                <a:effectLst/>
                <a:uFillTx/>
                <a:latin typeface="Arial"/>
                <a:ea typeface="Microsoft YaHei"/>
              </a:rPr>
              <a:t>Modified ‘unary-expression’ grammar</a:t>
            </a:r>
            <a:br>
              <a:rPr sz="1000"/>
            </a:br>
            <a:br>
              <a:rPr sz="1000"/>
            </a:br>
            <a:r>
              <a:rPr lang="en-IN" sz="1000" b="0" u="none" strike="noStrike">
                <a:solidFill>
                  <a:srgbClr val="000000"/>
                </a:solidFill>
                <a:effectLst/>
                <a:uFillTx/>
                <a:latin typeface="Arial"/>
                <a:ea typeface="Microsoft YaHei"/>
              </a:rPr>
              <a:t> unary-expression:</a:t>
            </a:r>
            <a:br>
              <a:rPr sz="1000"/>
            </a:br>
            <a:r>
              <a:rPr lang="en-IN" sz="1000" b="0" u="none" strike="noStrike">
                <a:solidFill>
                  <a:srgbClr val="000000"/>
                </a:solidFill>
                <a:effectLst/>
                <a:uFillTx/>
                <a:latin typeface="Arial"/>
                <a:ea typeface="Microsoft YaHei"/>
              </a:rPr>
              <a:t>postfix-expression</a:t>
            </a:r>
            <a:br>
              <a:rPr sz="1000"/>
            </a:br>
            <a:r>
              <a:rPr lang="en-IN" sz="1000" b="0" u="none" strike="noStrike">
                <a:solidFill>
                  <a:srgbClr val="000000"/>
                </a:solidFill>
                <a:effectLst/>
                <a:uFillTx/>
                <a:latin typeface="Arial"/>
                <a:ea typeface="Microsoft YaHei"/>
              </a:rPr>
              <a:t>++ </a:t>
            </a:r>
            <a:r>
              <a:rPr lang="en-IN" sz="1000" b="1" u="none" strike="noStrike">
                <a:solidFill>
                  <a:srgbClr val="000000"/>
                </a:solidFill>
                <a:effectLst/>
                <a:uFillTx/>
                <a:latin typeface="Arial"/>
                <a:ea typeface="Microsoft YaHei"/>
              </a:rPr>
              <a:t>expression</a:t>
            </a:r>
            <a:r>
              <a:rPr lang="en-IN" sz="1000" b="0" u="none" strike="noStrike">
                <a:solidFill>
                  <a:srgbClr val="000000"/>
                </a:solidFill>
                <a:effectLst/>
                <a:uFillTx/>
                <a:latin typeface="Arial"/>
                <a:ea typeface="Microsoft YaHei"/>
              </a:rPr>
              <a:t> </a:t>
            </a:r>
            <a:r>
              <a:rPr lang="en-IN" sz="1000" b="1" u="none" strike="noStrike">
                <a:solidFill>
                  <a:srgbClr val="000000"/>
                </a:solidFill>
                <a:effectLst/>
                <a:uFillTx/>
                <a:latin typeface="Arial"/>
                <a:ea typeface="Microsoft YaHei"/>
              </a:rPr>
              <a:t>// expression() is called for a infinite loop so that parser doesn't terminate until ‘;’</a:t>
            </a:r>
            <a:br>
              <a:rPr sz="1000"/>
            </a:br>
            <a:r>
              <a:rPr lang="en-IN" sz="1000" b="0" u="none" strike="noStrike">
                <a:solidFill>
                  <a:srgbClr val="000000"/>
                </a:solidFill>
                <a:effectLst/>
                <a:uFillTx/>
                <a:latin typeface="Arial"/>
                <a:ea typeface="Microsoft YaHei"/>
              </a:rPr>
              <a:t>-- </a:t>
            </a:r>
            <a:r>
              <a:rPr lang="en-IN" sz="1000" b="1" u="none" strike="noStrike">
                <a:solidFill>
                  <a:srgbClr val="000000"/>
                </a:solidFill>
                <a:effectLst/>
                <a:uFillTx/>
                <a:latin typeface="Arial"/>
                <a:ea typeface="Microsoft YaHei"/>
              </a:rPr>
              <a:t>expression</a:t>
            </a:r>
            <a:r>
              <a:rPr lang="en-IN" sz="1000" b="0" u="none" strike="noStrike">
                <a:solidFill>
                  <a:srgbClr val="000000"/>
                </a:solidFill>
                <a:effectLst/>
                <a:uFillTx/>
                <a:latin typeface="Arial"/>
                <a:ea typeface="Microsoft YaHei"/>
              </a:rPr>
              <a:t> </a:t>
            </a:r>
            <a:r>
              <a:rPr lang="en-IN" sz="1000" b="1" u="none" strike="noStrike">
                <a:solidFill>
                  <a:srgbClr val="000000"/>
                </a:solidFill>
                <a:effectLst/>
                <a:uFillTx/>
                <a:latin typeface="Arial"/>
                <a:ea typeface="Microsoft YaHei"/>
              </a:rPr>
              <a:t>// expression() is called for a infinite loop so that parser doesn't terminate until ‘;’</a:t>
            </a:r>
            <a:br>
              <a:rPr sz="1000"/>
            </a:br>
            <a:r>
              <a:rPr lang="en-IN" sz="1000" b="0" u="none" strike="noStrike">
                <a:solidFill>
                  <a:srgbClr val="000000"/>
                </a:solidFill>
                <a:effectLst/>
                <a:uFillTx/>
                <a:latin typeface="Arial"/>
                <a:ea typeface="Microsoft YaHei"/>
              </a:rPr>
              <a:t>unary-operator </a:t>
            </a:r>
            <a:r>
              <a:rPr lang="en-IN" sz="1000" b="1" u="none" strike="noStrike">
                <a:solidFill>
                  <a:srgbClr val="000000"/>
                </a:solidFill>
                <a:effectLst/>
                <a:uFillTx/>
                <a:latin typeface="Arial"/>
                <a:ea typeface="Microsoft YaHei"/>
              </a:rPr>
              <a:t>expression</a:t>
            </a:r>
            <a:r>
              <a:rPr lang="en-IN" sz="1000" b="0" u="none" strike="noStrike">
                <a:solidFill>
                  <a:srgbClr val="000000"/>
                </a:solidFill>
                <a:effectLst/>
                <a:uFillTx/>
                <a:latin typeface="Arial"/>
                <a:ea typeface="Microsoft YaHei"/>
              </a:rPr>
              <a:t> </a:t>
            </a:r>
            <a:r>
              <a:rPr lang="en-IN" sz="1000" b="1" u="none" strike="noStrike">
                <a:solidFill>
                  <a:srgbClr val="000000"/>
                </a:solidFill>
                <a:effectLst/>
                <a:uFillTx/>
                <a:latin typeface="Arial"/>
                <a:ea typeface="Microsoft YaHei"/>
              </a:rPr>
              <a:t>// expression() is called for a infinite loop so that parser doesn't terminate until ‘;’</a:t>
            </a:r>
            <a:br>
              <a:rPr sz="1000"/>
            </a:br>
            <a:r>
              <a:rPr lang="en-IN" sz="1000" b="0" u="none" strike="noStrike">
                <a:solidFill>
                  <a:srgbClr val="000000"/>
                </a:solidFill>
                <a:effectLst/>
                <a:uFillTx/>
                <a:latin typeface="Arial"/>
                <a:ea typeface="Microsoft YaHei"/>
              </a:rPr>
              <a:t>( type-name ) </a:t>
            </a:r>
            <a:r>
              <a:rPr lang="en-IN" sz="1000" b="1" u="none" strike="noStrike">
                <a:solidFill>
                  <a:srgbClr val="000000"/>
                </a:solidFill>
                <a:effectLst/>
                <a:uFillTx/>
                <a:latin typeface="Arial"/>
                <a:ea typeface="Microsoft YaHei"/>
              </a:rPr>
              <a:t>expression</a:t>
            </a:r>
            <a:r>
              <a:rPr lang="en-IN" sz="1000" b="0" u="none" strike="noStrike">
                <a:solidFill>
                  <a:srgbClr val="000000"/>
                </a:solidFill>
                <a:effectLst/>
                <a:uFillTx/>
                <a:latin typeface="Arial"/>
                <a:ea typeface="Microsoft YaHei"/>
              </a:rPr>
              <a:t> // cast-expression merged into unary-expression due to cyclic reference</a:t>
            </a:r>
            <a:br>
              <a:rPr sz="1000"/>
            </a:br>
            <a:r>
              <a:rPr lang="en-IN" sz="1000" b="0" u="none" strike="noStrike">
                <a:solidFill>
                  <a:srgbClr val="000000"/>
                </a:solidFill>
                <a:effectLst/>
                <a:uFillTx/>
                <a:latin typeface="Arial"/>
                <a:ea typeface="Microsoft YaHei"/>
              </a:rPr>
              <a:t>sizeof </a:t>
            </a:r>
            <a:r>
              <a:rPr lang="en-IN" sz="1000" b="1" u="none" strike="noStrike">
                <a:solidFill>
                  <a:srgbClr val="000000"/>
                </a:solidFill>
                <a:effectLst/>
                <a:uFillTx/>
                <a:latin typeface="Arial"/>
                <a:ea typeface="Microsoft YaHei"/>
              </a:rPr>
              <a:t>expression</a:t>
            </a:r>
            <a:br>
              <a:rPr sz="1000"/>
            </a:br>
            <a:r>
              <a:rPr lang="en-IN" sz="1000" b="0" u="none" strike="noStrike">
                <a:solidFill>
                  <a:srgbClr val="000000"/>
                </a:solidFill>
                <a:effectLst/>
                <a:uFillTx/>
                <a:latin typeface="Arial"/>
                <a:ea typeface="Microsoft YaHei"/>
              </a:rPr>
              <a:t>sizeof ( type-name )  </a:t>
            </a:r>
            <a:br>
              <a:rPr sz="1000"/>
            </a:br>
            <a:br>
              <a:rPr sz="1000"/>
            </a:br>
            <a:br>
              <a:rPr sz="1000"/>
            </a:br>
            <a:r>
              <a:rPr lang="en-IN" sz="1000" b="0" u="none" strike="noStrike">
                <a:solidFill>
                  <a:srgbClr val="000000"/>
                </a:solidFill>
                <a:effectLst/>
                <a:uFillTx/>
                <a:latin typeface="Arial"/>
                <a:ea typeface="Microsoft YaHei"/>
              </a:rPr>
              <a:t> </a:t>
            </a:r>
            <a:endParaRPr lang="en-IN" sz="1000" b="0" u="none" strike="noStrike">
              <a:solidFill>
                <a:srgbClr val="000000"/>
              </a:solidFill>
              <a:effectLst/>
              <a:uFillTx/>
              <a:latin typeface="Arial"/>
            </a:endParaRPr>
          </a:p>
          <a:p>
            <a:pPr marL="720000" indent="0">
              <a:lnSpc>
                <a:spcPct val="100000"/>
              </a:lnSpc>
              <a:spcBef>
                <a:spcPts val="1191"/>
              </a:spcBef>
              <a:spcAft>
                <a:spcPts val="992"/>
              </a:spcAft>
              <a:buNone/>
              <a:tabLst>
                <a:tab pos="0" algn="l"/>
              </a:tabLst>
            </a:pPr>
            <a:endParaRPr lang="en-IN" sz="1000" b="0" u="none" strike="noStrike">
              <a:solidFill>
                <a:srgbClr val="000000"/>
              </a:solidFill>
              <a:effectLst/>
              <a:uFillTx/>
              <a:latin typeface="Arial"/>
            </a:endParaRPr>
          </a:p>
        </p:txBody>
      </p:sp>
      <p:sp>
        <p:nvSpPr>
          <p:cNvPr id="4" name="PlaceHolder 3"/>
          <p:cNvSpPr>
            <a:spLocks noGrp="1"/>
          </p:cNvSpPr>
          <p:nvPr>
            <p:ph type="sldNum" idx="3"/>
          </p:nvPr>
        </p:nvSpPr>
        <p:spPr/>
        <p:txBody>
          <a:bodyPr/>
          <a:lstStyle/>
          <a:p>
            <a:fld id="{BED830A8-EEC8-4A1D-A823-C8EC26FA3882}" type="slidenum">
              <a:r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360000" y="165960"/>
            <a:ext cx="9358200" cy="504720"/>
          </a:xfrm>
          <a:prstGeom prst="rect">
            <a:avLst/>
          </a:prstGeom>
          <a:noFill/>
          <a:ln w="0">
            <a:noFill/>
          </a:ln>
        </p:spPr>
        <p:txBody>
          <a:bodyPr lIns="0" tIns="0" rIns="0" bIns="0" anchor="ctr">
            <a:spAutoFit/>
          </a:bodyPr>
          <a:lstStyle/>
          <a:p>
            <a:pPr algn="ctr">
              <a:lnSpc>
                <a:spcPct val="100000"/>
              </a:lnSpc>
              <a:tabLst>
                <a:tab pos="0" algn="l"/>
              </a:tabLst>
            </a:pPr>
            <a:r>
              <a:rPr lang="en-IN" sz="3300" dirty="0">
                <a:solidFill>
                  <a:srgbClr val="EEEEEE"/>
                </a:solidFill>
              </a:rPr>
              <a:t>Designing expression parser- </a:t>
            </a:r>
            <a:r>
              <a:rPr lang="en-IN" sz="3300" b="0" u="none" strike="noStrike" dirty="0">
                <a:solidFill>
                  <a:srgbClr val="EEEEEE"/>
                </a:solidFill>
                <a:effectLst/>
                <a:uFillTx/>
                <a:latin typeface="Arial"/>
              </a:rPr>
              <a:t>Tree Structure </a:t>
            </a:r>
            <a:endParaRPr lang="en-IN" sz="3300" b="0" u="none" strike="noStrike" dirty="0">
              <a:solidFill>
                <a:srgbClr val="000000"/>
              </a:solidFill>
              <a:effectLst/>
              <a:uFillTx/>
              <a:latin typeface="Arial"/>
            </a:endParaRPr>
          </a:p>
        </p:txBody>
      </p:sp>
      <p:sp>
        <p:nvSpPr>
          <p:cNvPr id="81" name="PlaceHolder 2"/>
          <p:cNvSpPr>
            <a:spLocks noGrp="1"/>
          </p:cNvSpPr>
          <p:nvPr>
            <p:ph/>
          </p:nvPr>
        </p:nvSpPr>
        <p:spPr>
          <a:xfrm>
            <a:off x="360000" y="1080000"/>
            <a:ext cx="9358200" cy="3598200"/>
          </a:xfrm>
          <a:prstGeom prst="rect">
            <a:avLst/>
          </a:prstGeom>
          <a:noFill/>
          <a:ln w="0">
            <a:noFill/>
          </a:ln>
        </p:spPr>
        <p:txBody>
          <a:bodyPr lIns="0" tIns="0" rIns="0" bIns="0" anchor="t">
            <a:noAutofit/>
          </a:bodyPr>
          <a:lstStyle/>
          <a:p>
            <a:pPr indent="0">
              <a:lnSpc>
                <a:spcPct val="100000"/>
              </a:lnSpc>
              <a:spcBef>
                <a:spcPts val="1417"/>
              </a:spcBef>
              <a:buNone/>
              <a:tabLst>
                <a:tab pos="0" algn="l"/>
              </a:tabLst>
            </a:pPr>
            <a:r>
              <a:rPr lang="en-IN" sz="1000" b="0" u="none" strike="noStrike">
                <a:solidFill>
                  <a:srgbClr val="000000"/>
                </a:solidFill>
                <a:effectLst/>
                <a:uFillTx/>
                <a:latin typeface="Arial"/>
                <a:ea typeface="Microsoft YaHei"/>
              </a:rPr>
              <a:t>According to the the tree structure , it is a ternary tree with 3 children at max. As ternary expression such as ‘?’ can be handled with 3 children, in case of if-else and switch we are breaking things into binary tree format, the 3</a:t>
            </a:r>
            <a:r>
              <a:rPr lang="en-IN" sz="1000" b="0" u="none" strike="noStrike" baseline="33000">
                <a:solidFill>
                  <a:srgbClr val="000000"/>
                </a:solidFill>
                <a:effectLst/>
                <a:uFillTx/>
                <a:latin typeface="Arial"/>
                <a:ea typeface="Microsoft YaHei"/>
              </a:rPr>
              <a:t>rd</a:t>
            </a:r>
            <a:r>
              <a:rPr lang="en-IN" sz="1000" b="0" u="none" strike="noStrike">
                <a:solidFill>
                  <a:srgbClr val="000000"/>
                </a:solidFill>
                <a:effectLst/>
                <a:uFillTx/>
                <a:latin typeface="Arial"/>
                <a:ea typeface="Microsoft YaHei"/>
              </a:rPr>
              <a:t> node in this case is NULL. In some case such as postfix-expression, the 3</a:t>
            </a:r>
            <a:r>
              <a:rPr lang="en-IN" sz="1000" b="0" u="none" strike="noStrike" baseline="33000">
                <a:solidFill>
                  <a:srgbClr val="000000"/>
                </a:solidFill>
                <a:effectLst/>
                <a:uFillTx/>
                <a:latin typeface="Arial"/>
                <a:ea typeface="Microsoft YaHei"/>
              </a:rPr>
              <a:t>rd</a:t>
            </a:r>
            <a:r>
              <a:rPr lang="en-IN" sz="1000" b="0" u="none" strike="noStrike">
                <a:solidFill>
                  <a:srgbClr val="000000"/>
                </a:solidFill>
                <a:effectLst/>
                <a:uFillTx/>
                <a:latin typeface="Arial"/>
                <a:ea typeface="Microsoft YaHei"/>
              </a:rPr>
              <a:t> node is for furthur recursion, in case of binary operation, the 1</a:t>
            </a:r>
            <a:r>
              <a:rPr lang="en-IN" sz="1000" b="0" u="none" strike="noStrike" baseline="33000">
                <a:solidFill>
                  <a:srgbClr val="000000"/>
                </a:solidFill>
                <a:effectLst/>
                <a:uFillTx/>
                <a:latin typeface="Arial"/>
                <a:ea typeface="Microsoft YaHei"/>
              </a:rPr>
              <a:t>st</a:t>
            </a:r>
            <a:r>
              <a:rPr lang="en-IN" sz="1000" b="0" u="none" strike="noStrike">
                <a:solidFill>
                  <a:srgbClr val="000000"/>
                </a:solidFill>
                <a:effectLst/>
                <a:uFillTx/>
                <a:latin typeface="Arial"/>
                <a:ea typeface="Microsoft YaHei"/>
              </a:rPr>
              <a:t> and 2</a:t>
            </a:r>
            <a:r>
              <a:rPr lang="en-IN" sz="1000" b="0" u="none" strike="noStrike" baseline="33000">
                <a:solidFill>
                  <a:srgbClr val="000000"/>
                </a:solidFill>
                <a:effectLst/>
                <a:uFillTx/>
                <a:latin typeface="Arial"/>
                <a:ea typeface="Microsoft YaHei"/>
              </a:rPr>
              <a:t>nd</a:t>
            </a:r>
            <a:r>
              <a:rPr lang="en-IN" sz="1000" b="0" u="none" strike="noStrike">
                <a:solidFill>
                  <a:srgbClr val="000000"/>
                </a:solidFill>
                <a:effectLst/>
                <a:uFillTx/>
                <a:latin typeface="Arial"/>
                <a:ea typeface="Microsoft YaHei"/>
              </a:rPr>
              <a:t> node will only be used and 3</a:t>
            </a:r>
            <a:r>
              <a:rPr lang="en-IN" sz="1000" b="0" u="none" strike="noStrike" baseline="33000">
                <a:solidFill>
                  <a:srgbClr val="000000"/>
                </a:solidFill>
                <a:effectLst/>
                <a:uFillTx/>
                <a:latin typeface="Arial"/>
                <a:ea typeface="Microsoft YaHei"/>
              </a:rPr>
              <a:t>rd</a:t>
            </a:r>
            <a:r>
              <a:rPr lang="en-IN" sz="1000" b="0" u="none" strike="noStrike">
                <a:solidFill>
                  <a:srgbClr val="000000"/>
                </a:solidFill>
                <a:effectLst/>
                <a:uFillTx/>
                <a:latin typeface="Arial"/>
                <a:ea typeface="Microsoft YaHei"/>
              </a:rPr>
              <a:t> node will be NULL.</a:t>
            </a:r>
            <a:br>
              <a:rPr sz="1000"/>
            </a:br>
            <a:br>
              <a:rPr sz="1000"/>
            </a:br>
            <a:r>
              <a:rPr lang="en-IN" sz="1000" b="0" u="none" strike="noStrike">
                <a:solidFill>
                  <a:srgbClr val="000000"/>
                </a:solidFill>
                <a:effectLst/>
                <a:uFillTx/>
                <a:latin typeface="Arial"/>
                <a:ea typeface="Microsoft YaHei"/>
              </a:rPr>
              <a:t>attrib union is for storing a single different datatypes of nodes such as operator, operand, integer constants etc., for distinguishing expression from statement or declaration we have Type union </a:t>
            </a:r>
            <a:br>
              <a:rPr sz="700"/>
            </a:br>
            <a:br>
              <a:rPr sz="700"/>
            </a:br>
            <a:br>
              <a:rPr sz="700"/>
            </a:br>
            <a:br>
              <a:rPr sz="700"/>
            </a:br>
            <a:r>
              <a:rPr lang="en-IN" sz="700" b="0" u="none" strike="noStrike">
                <a:solidFill>
                  <a:srgbClr val="0000FF"/>
                </a:solidFill>
                <a:effectLst/>
                <a:uFillTx/>
                <a:latin typeface="Cascadia Mono"/>
                <a:ea typeface="Cascadia Mono"/>
              </a:rPr>
              <a:t>struct</a:t>
            </a:r>
            <a:r>
              <a:rPr lang="en-IN" sz="700" b="0" u="none" strike="noStrike">
                <a:solidFill>
                  <a:srgbClr val="000000"/>
                </a:solidFill>
                <a:effectLst/>
                <a:uFillTx/>
                <a:latin typeface="Cascadia Mono"/>
                <a:ea typeface="Cascadia Mono"/>
              </a:rPr>
              <a:t> </a:t>
            </a:r>
            <a:r>
              <a:rPr lang="en-IN" sz="700" b="0" u="none" strike="noStrike">
                <a:solidFill>
                  <a:srgbClr val="2B91AF"/>
                </a:solidFill>
                <a:effectLst/>
                <a:uFillTx/>
                <a:latin typeface="Cascadia Mono"/>
                <a:ea typeface="Cascadia Mono"/>
              </a:rPr>
              <a:t>Tree</a:t>
            </a:r>
            <a:br>
              <a:rPr sz="700"/>
            </a:br>
            <a:r>
              <a:rPr lang="en-IN" sz="700" b="0" u="none" strike="noStrike">
                <a:solidFill>
                  <a:srgbClr val="000000"/>
                </a:solidFill>
                <a:effectLst/>
                <a:uFillTx/>
                <a:latin typeface="Arial"/>
                <a:ea typeface="Cascadia Mono"/>
              </a:rPr>
              <a:t>{</a:t>
            </a:r>
            <a:br>
              <a:rPr sz="700"/>
            </a:br>
            <a:r>
              <a:rPr lang="en-IN" sz="700" b="0" u="none" strike="noStrike">
                <a:solidFill>
                  <a:srgbClr val="000000"/>
                </a:solidFill>
                <a:effectLst/>
                <a:uFillTx/>
                <a:latin typeface="Cascadia Mono"/>
                <a:ea typeface="Cascadia Mono"/>
              </a:rPr>
              <a:t>    </a:t>
            </a:r>
            <a:r>
              <a:rPr lang="en-IN" sz="700" b="0" u="none" strike="noStrike">
                <a:solidFill>
                  <a:srgbClr val="0000FF"/>
                </a:solidFill>
                <a:effectLst/>
                <a:uFillTx/>
                <a:latin typeface="Cascadia Mono"/>
                <a:ea typeface="Cascadia Mono"/>
              </a:rPr>
              <a:t>struct</a:t>
            </a:r>
            <a:r>
              <a:rPr lang="en-IN" sz="700" b="0" u="none" strike="noStrike">
                <a:solidFill>
                  <a:srgbClr val="000000"/>
                </a:solidFill>
                <a:effectLst/>
                <a:uFillTx/>
                <a:latin typeface="Cascadia Mono"/>
                <a:ea typeface="Cascadia Mono"/>
              </a:rPr>
              <a:t> </a:t>
            </a:r>
            <a:r>
              <a:rPr lang="en-IN" sz="700" b="0" u="none" strike="noStrike">
                <a:solidFill>
                  <a:srgbClr val="2B91AF"/>
                </a:solidFill>
                <a:effectLst/>
                <a:uFillTx/>
                <a:latin typeface="Cascadia Mono"/>
                <a:ea typeface="Cascadia Mono"/>
              </a:rPr>
              <a:t>Tree</a:t>
            </a:r>
            <a:r>
              <a:rPr lang="en-IN" sz="700" b="0" u="none" strike="noStrike">
                <a:solidFill>
                  <a:srgbClr val="000000"/>
                </a:solidFill>
                <a:effectLst/>
                <a:uFillTx/>
                <a:latin typeface="Cascadia Mono"/>
                <a:ea typeface="Cascadia Mono"/>
              </a:rPr>
              <a:t>* child[</a:t>
            </a:r>
            <a:r>
              <a:rPr lang="en-IN" sz="700" b="0" u="none" strike="noStrike">
                <a:solidFill>
                  <a:srgbClr val="6F008A"/>
                </a:solidFill>
                <a:effectLst/>
                <a:uFillTx/>
                <a:latin typeface="Cascadia Mono"/>
                <a:ea typeface="Cascadia Mono"/>
              </a:rPr>
              <a:t>MAX_CHILD</a:t>
            </a:r>
            <a:r>
              <a:rPr lang="en-IN" sz="700" b="0" u="none" strike="noStrike">
                <a:solidFill>
                  <a:srgbClr val="000000"/>
                </a:solidFill>
                <a:effectLst/>
                <a:uFillTx/>
                <a:latin typeface="Cascadia Mono"/>
                <a:ea typeface="Cascadia Mono"/>
              </a:rPr>
              <a:t>];</a:t>
            </a:r>
            <a:br>
              <a:rPr sz="700"/>
            </a:br>
            <a:r>
              <a:rPr lang="en-IN" sz="700" b="0" u="none" strike="noStrike">
                <a:solidFill>
                  <a:srgbClr val="000000"/>
                </a:solidFill>
                <a:effectLst/>
                <a:uFillTx/>
                <a:latin typeface="Cascadia Mono"/>
                <a:ea typeface="Cascadia Mono"/>
              </a:rPr>
              <a:t>    </a:t>
            </a:r>
            <a:r>
              <a:rPr lang="en-IN" sz="700" b="0" u="none" strike="noStrike">
                <a:solidFill>
                  <a:srgbClr val="008000"/>
                </a:solidFill>
                <a:effectLst/>
                <a:uFillTx/>
                <a:latin typeface="Cascadia Mono"/>
                <a:ea typeface="Cascadia Mono"/>
              </a:rPr>
              <a:t>// need to add sibling for future</a:t>
            </a:r>
            <a:br>
              <a:rPr sz="700"/>
            </a:br>
            <a:r>
              <a:rPr lang="en-IN" sz="700" b="0" u="none" strike="noStrike">
                <a:solidFill>
                  <a:srgbClr val="000000"/>
                </a:solidFill>
                <a:effectLst/>
                <a:uFillTx/>
                <a:latin typeface="Cascadia Mono"/>
                <a:ea typeface="Cascadia Mono"/>
              </a:rPr>
              <a:t>    </a:t>
            </a:r>
            <a:r>
              <a:rPr lang="en-IN" sz="700" b="0" u="none" strike="noStrike">
                <a:solidFill>
                  <a:srgbClr val="2B91AF"/>
                </a:solidFill>
                <a:effectLst/>
                <a:uFillTx/>
                <a:latin typeface="Cascadia Mono"/>
                <a:ea typeface="Cascadia Mono"/>
              </a:rPr>
              <a:t>NodeType</a:t>
            </a:r>
            <a:r>
              <a:rPr lang="en-IN" sz="700" b="0" u="none" strike="noStrike">
                <a:solidFill>
                  <a:srgbClr val="000000"/>
                </a:solidFill>
                <a:effectLst/>
                <a:uFillTx/>
                <a:latin typeface="Cascadia Mono"/>
                <a:ea typeface="Cascadia Mono"/>
              </a:rPr>
              <a:t> nodeType;</a:t>
            </a:r>
            <a:br>
              <a:rPr sz="700"/>
            </a:br>
            <a:r>
              <a:rPr lang="en-IN" sz="700" b="0" u="none" strike="noStrike">
                <a:solidFill>
                  <a:srgbClr val="000000"/>
                </a:solidFill>
                <a:effectLst/>
                <a:uFillTx/>
                <a:latin typeface="Cascadia Mono"/>
                <a:ea typeface="Cascadia Mono"/>
              </a:rPr>
              <a:t>    </a:t>
            </a:r>
            <a:r>
              <a:rPr lang="en-IN" sz="700" b="0" u="none" strike="noStrike">
                <a:solidFill>
                  <a:srgbClr val="0000FF"/>
                </a:solidFill>
                <a:effectLst/>
                <a:uFillTx/>
                <a:latin typeface="Cascadia Mono"/>
                <a:ea typeface="Cascadia Mono"/>
              </a:rPr>
              <a:t>union</a:t>
            </a:r>
            <a:r>
              <a:rPr lang="en-IN" sz="700" b="0" u="none" strike="noStrike">
                <a:solidFill>
                  <a:srgbClr val="000000"/>
                </a:solidFill>
                <a:effectLst/>
                <a:uFillTx/>
                <a:latin typeface="Cascadia Mono"/>
                <a:ea typeface="Cascadia Mono"/>
              </a:rPr>
              <a:t> {</a:t>
            </a:r>
            <a:br>
              <a:rPr sz="700"/>
            </a:br>
            <a:r>
              <a:rPr lang="en-IN" sz="700" b="0" u="none" strike="noStrike">
                <a:solidFill>
                  <a:srgbClr val="000000"/>
                </a:solidFill>
                <a:effectLst/>
                <a:uFillTx/>
                <a:latin typeface="Cascadia Mono"/>
                <a:ea typeface="Cascadia Mono"/>
              </a:rPr>
              <a:t>        </a:t>
            </a:r>
            <a:r>
              <a:rPr lang="en-IN" sz="700" b="0" u="none" strike="noStrike">
                <a:solidFill>
                  <a:srgbClr val="2B91AF"/>
                </a:solidFill>
                <a:effectLst/>
                <a:uFillTx/>
                <a:latin typeface="Cascadia Mono"/>
                <a:ea typeface="Cascadia Mono"/>
              </a:rPr>
              <a:t>StmtType</a:t>
            </a:r>
            <a:r>
              <a:rPr lang="en-IN" sz="700" b="0" u="none" strike="noStrike">
                <a:solidFill>
                  <a:srgbClr val="000000"/>
                </a:solidFill>
                <a:effectLst/>
                <a:uFillTx/>
                <a:latin typeface="Cascadia Mono"/>
                <a:ea typeface="Cascadia Mono"/>
              </a:rPr>
              <a:t> stmt;</a:t>
            </a:r>
            <a:br>
              <a:rPr sz="700"/>
            </a:br>
            <a:r>
              <a:rPr lang="en-IN" sz="700" b="0" u="none" strike="noStrike">
                <a:solidFill>
                  <a:srgbClr val="000000"/>
                </a:solidFill>
                <a:effectLst/>
                <a:uFillTx/>
                <a:latin typeface="Cascadia Mono"/>
                <a:ea typeface="Cascadia Mono"/>
              </a:rPr>
              <a:t>        </a:t>
            </a:r>
            <a:r>
              <a:rPr lang="en-IN" sz="700" b="0" u="none" strike="noStrike">
                <a:solidFill>
                  <a:srgbClr val="2B91AF"/>
                </a:solidFill>
                <a:effectLst/>
                <a:uFillTx/>
                <a:latin typeface="Cascadia Mono"/>
                <a:ea typeface="Cascadia Mono"/>
              </a:rPr>
              <a:t>ExpType</a:t>
            </a:r>
            <a:r>
              <a:rPr lang="en-IN" sz="700" b="0" u="none" strike="noStrike">
                <a:solidFill>
                  <a:srgbClr val="000000"/>
                </a:solidFill>
                <a:effectLst/>
                <a:uFillTx/>
                <a:latin typeface="Cascadia Mono"/>
                <a:ea typeface="Cascadia Mono"/>
              </a:rPr>
              <a:t> exp;</a:t>
            </a:r>
            <a:br>
              <a:rPr sz="700"/>
            </a:br>
            <a:r>
              <a:rPr lang="en-IN" sz="700" b="0" u="none" strike="noStrike">
                <a:solidFill>
                  <a:srgbClr val="000000"/>
                </a:solidFill>
                <a:effectLst/>
                <a:uFillTx/>
                <a:latin typeface="Cascadia Mono"/>
                <a:ea typeface="Cascadia Mono"/>
              </a:rPr>
              <a:t>    </a:t>
            </a:r>
            <a:r>
              <a:rPr lang="en-IN" sz="700" b="0" u="none" strike="noStrike">
                <a:solidFill>
                  <a:srgbClr val="000000"/>
                </a:solidFill>
                <a:effectLst/>
                <a:uFillTx/>
                <a:latin typeface="Arial"/>
                <a:ea typeface="Cascadia Mono"/>
              </a:rPr>
              <a:t>} Type;</a:t>
            </a:r>
            <a:br>
              <a:rPr sz="700"/>
            </a:br>
            <a:r>
              <a:rPr lang="en-IN" sz="700" b="0" u="none" strike="noStrike">
                <a:solidFill>
                  <a:srgbClr val="000000"/>
                </a:solidFill>
                <a:effectLst/>
                <a:uFillTx/>
                <a:latin typeface="Arial"/>
                <a:ea typeface="Cascadia Mono"/>
              </a:rPr>
              <a:t>       </a:t>
            </a:r>
            <a:r>
              <a:rPr lang="en-IN" sz="700" b="0" u="none" strike="noStrike">
                <a:solidFill>
                  <a:srgbClr val="0000FF"/>
                </a:solidFill>
                <a:effectLst/>
                <a:uFillTx/>
                <a:latin typeface="Cascadia Mono"/>
                <a:ea typeface="Cascadia Mono"/>
              </a:rPr>
              <a:t>union</a:t>
            </a:r>
            <a:r>
              <a:rPr lang="en-IN" sz="700" b="0" u="none" strike="noStrike">
                <a:solidFill>
                  <a:srgbClr val="000000"/>
                </a:solidFill>
                <a:effectLst/>
                <a:uFillTx/>
                <a:latin typeface="Cascadia Mono"/>
                <a:ea typeface="Cascadia Mono"/>
              </a:rPr>
              <a:t> {</a:t>
            </a:r>
            <a:br>
              <a:rPr sz="700"/>
            </a:br>
            <a:r>
              <a:rPr lang="en-IN" sz="700" b="0" u="none" strike="noStrike">
                <a:solidFill>
                  <a:srgbClr val="000000"/>
                </a:solidFill>
                <a:effectLst/>
                <a:uFillTx/>
                <a:latin typeface="Cascadia Mono"/>
                <a:ea typeface="Cascadia Mono"/>
              </a:rPr>
              <a:t>        </a:t>
            </a:r>
            <a:r>
              <a:rPr lang="en-IN" sz="700" b="0" u="none" strike="noStrike">
                <a:solidFill>
                  <a:srgbClr val="2B91AF"/>
                </a:solidFill>
                <a:effectLst/>
                <a:uFillTx/>
                <a:latin typeface="Cascadia Mono"/>
                <a:ea typeface="Cascadia Mono"/>
              </a:rPr>
              <a:t>OpTokenType</a:t>
            </a:r>
            <a:r>
              <a:rPr lang="en-IN" sz="700" b="0" u="none" strike="noStrike">
                <a:solidFill>
                  <a:srgbClr val="000000"/>
                </a:solidFill>
                <a:effectLst/>
                <a:uFillTx/>
                <a:latin typeface="Cascadia Mono"/>
                <a:ea typeface="Cascadia Mono"/>
              </a:rPr>
              <a:t> op;</a:t>
            </a:r>
            <a:br>
              <a:rPr sz="700"/>
            </a:br>
            <a:r>
              <a:rPr lang="en-IN" sz="700" b="0" u="none" strike="noStrike">
                <a:solidFill>
                  <a:srgbClr val="000000"/>
                </a:solidFill>
                <a:effectLst/>
                <a:uFillTx/>
                <a:latin typeface="Cascadia Mono"/>
                <a:ea typeface="Cascadia Mono"/>
              </a:rPr>
              <a:t>        </a:t>
            </a:r>
            <a:r>
              <a:rPr lang="en-IN" sz="700" b="0" u="none" strike="noStrike">
                <a:solidFill>
                  <a:srgbClr val="2B91AF"/>
                </a:solidFill>
                <a:effectLst/>
                <a:uFillTx/>
                <a:latin typeface="Cascadia Mono"/>
                <a:ea typeface="Cascadia Mono"/>
              </a:rPr>
              <a:t>OperandType</a:t>
            </a:r>
            <a:r>
              <a:rPr lang="en-IN" sz="700" b="0" u="none" strike="noStrike">
                <a:solidFill>
                  <a:srgbClr val="000000"/>
                </a:solidFill>
                <a:effectLst/>
                <a:uFillTx/>
                <a:latin typeface="Cascadia Mono"/>
                <a:ea typeface="Cascadia Mono"/>
              </a:rPr>
              <a:t> operd;</a:t>
            </a:r>
            <a:br>
              <a:rPr sz="700"/>
            </a:br>
            <a:r>
              <a:rPr lang="en-IN" sz="700" b="0" u="none" strike="noStrike">
                <a:solidFill>
                  <a:srgbClr val="000000"/>
                </a:solidFill>
                <a:effectLst/>
                <a:uFillTx/>
                <a:latin typeface="Cascadia Mono"/>
                <a:ea typeface="Cascadia Mono"/>
              </a:rPr>
              <a:t>        </a:t>
            </a:r>
            <a:r>
              <a:rPr lang="en-IN" sz="700" b="0" u="none" strike="noStrike">
                <a:solidFill>
                  <a:srgbClr val="2B91AF"/>
                </a:solidFill>
                <a:effectLst/>
                <a:uFillTx/>
                <a:latin typeface="Cascadia Mono"/>
                <a:ea typeface="Cascadia Mono"/>
              </a:rPr>
              <a:t>string_t</a:t>
            </a:r>
            <a:r>
              <a:rPr lang="en-IN" sz="700" b="0" u="none" strike="noStrike">
                <a:solidFill>
                  <a:srgbClr val="000000"/>
                </a:solidFill>
                <a:effectLst/>
                <a:uFillTx/>
                <a:latin typeface="Cascadia Mono"/>
                <a:ea typeface="Cascadia Mono"/>
              </a:rPr>
              <a:t> operand;</a:t>
            </a:r>
            <a:br>
              <a:rPr sz="700"/>
            </a:br>
            <a:r>
              <a:rPr lang="en-IN" sz="700" b="0" u="none" strike="noStrike">
                <a:solidFill>
                  <a:srgbClr val="000000"/>
                </a:solidFill>
                <a:effectLst/>
                <a:uFillTx/>
                <a:latin typeface="Cascadia Mono"/>
                <a:ea typeface="Cascadia Mono"/>
              </a:rPr>
              <a:t>        </a:t>
            </a:r>
            <a:r>
              <a:rPr lang="en-IN" sz="700" b="0" u="none" strike="noStrike">
                <a:solidFill>
                  <a:srgbClr val="0000FF"/>
                </a:solidFill>
                <a:effectLst/>
                <a:uFillTx/>
                <a:latin typeface="Cascadia Mono"/>
                <a:ea typeface="Cascadia Mono"/>
              </a:rPr>
              <a:t>long</a:t>
            </a:r>
            <a:r>
              <a:rPr lang="en-IN" sz="700" b="0" u="none" strike="noStrike">
                <a:solidFill>
                  <a:srgbClr val="000000"/>
                </a:solidFill>
                <a:effectLst/>
                <a:uFillTx/>
                <a:latin typeface="Cascadia Mono"/>
                <a:ea typeface="Cascadia Mono"/>
              </a:rPr>
              <a:t> ival; </a:t>
            </a:r>
            <a:r>
              <a:rPr lang="en-IN" sz="700" b="0" u="none" strike="noStrike">
                <a:solidFill>
                  <a:srgbClr val="008000"/>
                </a:solidFill>
                <a:effectLst/>
                <a:uFillTx/>
                <a:latin typeface="Cascadia Mono"/>
                <a:ea typeface="Cascadia Mono"/>
              </a:rPr>
              <a:t>// for storing integer in decimal form</a:t>
            </a:r>
            <a:br>
              <a:rPr sz="700"/>
            </a:br>
            <a:r>
              <a:rPr lang="en-IN" sz="700" b="0" u="none" strike="noStrike">
                <a:solidFill>
                  <a:srgbClr val="008000"/>
                </a:solidFill>
                <a:effectLst/>
                <a:uFillTx/>
                <a:latin typeface="Cascadia Mono"/>
                <a:ea typeface="Cascadia Mono"/>
              </a:rPr>
              <a:t>        </a:t>
            </a:r>
            <a:r>
              <a:rPr lang="en-IN" sz="700" b="0" u="none" strike="noStrike">
                <a:solidFill>
                  <a:srgbClr val="0000FF"/>
                </a:solidFill>
                <a:effectLst/>
                <a:uFillTx/>
                <a:latin typeface="Cascadia Mono"/>
                <a:ea typeface="Cascadia Mono"/>
              </a:rPr>
              <a:t>double</a:t>
            </a:r>
            <a:r>
              <a:rPr lang="en-IN" sz="700" b="0" u="none" strike="noStrike">
                <a:solidFill>
                  <a:srgbClr val="000000"/>
                </a:solidFill>
                <a:effectLst/>
                <a:uFillTx/>
                <a:latin typeface="Cascadia Mono"/>
                <a:ea typeface="Cascadia Mono"/>
              </a:rPr>
              <a:t> fval;  </a:t>
            </a:r>
            <a:r>
              <a:rPr lang="en-IN" sz="700" b="0" u="none" strike="noStrike">
                <a:solidFill>
                  <a:srgbClr val="008000"/>
                </a:solidFill>
                <a:effectLst/>
                <a:uFillTx/>
                <a:latin typeface="Cascadia Mono"/>
                <a:ea typeface="Cascadia Mono"/>
              </a:rPr>
              <a:t>// for storing floating point number</a:t>
            </a:r>
            <a:br>
              <a:rPr sz="700"/>
            </a:br>
            <a:r>
              <a:rPr lang="en-IN" sz="700" b="0" u="none" strike="noStrike">
                <a:solidFill>
                  <a:srgbClr val="008000"/>
                </a:solidFill>
                <a:effectLst/>
                <a:uFillTx/>
                <a:latin typeface="Cascadia Mono"/>
                <a:ea typeface="Cascadia Mono"/>
              </a:rPr>
              <a:t>        </a:t>
            </a:r>
            <a:r>
              <a:rPr lang="en-IN" sz="700" b="0" u="none" strike="noStrike">
                <a:solidFill>
                  <a:srgbClr val="2B91AF"/>
                </a:solidFill>
                <a:effectLst/>
                <a:uFillTx/>
                <a:latin typeface="Cascadia Mono"/>
                <a:ea typeface="Cascadia Mono"/>
              </a:rPr>
              <a:t>string_t</a:t>
            </a:r>
            <a:r>
              <a:rPr lang="en-IN" sz="700" b="0" u="none" strike="noStrike">
                <a:solidFill>
                  <a:srgbClr val="000000"/>
                </a:solidFill>
                <a:effectLst/>
                <a:uFillTx/>
                <a:latin typeface="Cascadia Mono"/>
                <a:ea typeface="Cascadia Mono"/>
              </a:rPr>
              <a:t> strval;  </a:t>
            </a:r>
            <a:r>
              <a:rPr lang="en-IN" sz="700" b="0" u="none" strike="noStrike">
                <a:solidFill>
                  <a:srgbClr val="008000"/>
                </a:solidFill>
                <a:effectLst/>
                <a:uFillTx/>
                <a:latin typeface="Cascadia Mono"/>
                <a:ea typeface="Cascadia Mono"/>
              </a:rPr>
              <a:t>// for storing string literal</a:t>
            </a:r>
            <a:br>
              <a:rPr sz="700"/>
            </a:br>
            <a:r>
              <a:rPr lang="en-IN" sz="700" b="0" u="none" strike="noStrike">
                <a:solidFill>
                  <a:srgbClr val="008000"/>
                </a:solidFill>
                <a:effectLst/>
                <a:uFillTx/>
                <a:latin typeface="Cascadia Mono"/>
                <a:ea typeface="Cascadia Mono"/>
              </a:rPr>
              <a:t>        </a:t>
            </a:r>
            <a:r>
              <a:rPr lang="en-IN" sz="700" b="0" u="none" strike="noStrike">
                <a:solidFill>
                  <a:srgbClr val="0000FF"/>
                </a:solidFill>
                <a:effectLst/>
                <a:uFillTx/>
                <a:latin typeface="Cascadia Mono"/>
                <a:ea typeface="Cascadia Mono"/>
              </a:rPr>
              <a:t>char</a:t>
            </a:r>
            <a:r>
              <a:rPr lang="en-IN" sz="700" b="0" u="none" strike="noStrike">
                <a:solidFill>
                  <a:srgbClr val="000000"/>
                </a:solidFill>
                <a:effectLst/>
                <a:uFillTx/>
                <a:latin typeface="Cascadia Mono"/>
                <a:ea typeface="Cascadia Mono"/>
              </a:rPr>
              <a:t> ch;  </a:t>
            </a:r>
            <a:r>
              <a:rPr lang="en-IN" sz="700" b="0" u="none" strike="noStrike">
                <a:solidFill>
                  <a:srgbClr val="008000"/>
                </a:solidFill>
                <a:effectLst/>
                <a:uFillTx/>
                <a:latin typeface="Cascadia Mono"/>
                <a:ea typeface="Cascadia Mono"/>
              </a:rPr>
              <a:t>// for storing a character</a:t>
            </a:r>
            <a:br>
              <a:rPr sz="700"/>
            </a:br>
            <a:r>
              <a:rPr lang="en-IN" sz="700" b="0" u="none" strike="noStrike">
                <a:solidFill>
                  <a:srgbClr val="008000"/>
                </a:solidFill>
                <a:effectLst/>
                <a:uFillTx/>
                <a:latin typeface="Cascadia Mono"/>
                <a:ea typeface="Cascadia Mono"/>
              </a:rPr>
              <a:t>    </a:t>
            </a:r>
            <a:r>
              <a:rPr lang="en-IN" sz="700" b="0" u="none" strike="noStrike">
                <a:solidFill>
                  <a:srgbClr val="000000"/>
                </a:solidFill>
                <a:effectLst/>
                <a:uFillTx/>
                <a:latin typeface="Arial"/>
                <a:ea typeface="Cascadia Mono"/>
              </a:rPr>
              <a:t>} attrib;</a:t>
            </a:r>
            <a:br>
              <a:rPr sz="700"/>
            </a:br>
            <a:r>
              <a:rPr lang="en-IN" sz="700" b="0" u="none" strike="noStrike">
                <a:solidFill>
                  <a:srgbClr val="000000"/>
                </a:solidFill>
                <a:effectLst/>
                <a:uFillTx/>
                <a:latin typeface="Arial"/>
                <a:ea typeface="Cascadia Mono"/>
              </a:rPr>
              <a:t>        </a:t>
            </a:r>
            <a:r>
              <a:rPr lang="en-IN" sz="700" b="0" u="none" strike="noStrike">
                <a:solidFill>
                  <a:srgbClr val="2B91AF"/>
                </a:solidFill>
                <a:effectLst/>
                <a:uFillTx/>
                <a:latin typeface="Cascadia Mono"/>
                <a:ea typeface="Cascadia Mono"/>
              </a:rPr>
              <a:t>DclType</a:t>
            </a:r>
            <a:r>
              <a:rPr lang="en-IN" sz="700" b="0" u="none" strike="noStrike">
                <a:solidFill>
                  <a:srgbClr val="000000"/>
                </a:solidFill>
                <a:effectLst/>
                <a:uFillTx/>
                <a:latin typeface="Cascadia Mono"/>
                <a:ea typeface="Cascadia Mono"/>
              </a:rPr>
              <a:t> dType;     </a:t>
            </a:r>
            <a:r>
              <a:rPr lang="en-IN" sz="700" b="0" u="none" strike="noStrike">
                <a:solidFill>
                  <a:srgbClr val="008000"/>
                </a:solidFill>
                <a:effectLst/>
                <a:uFillTx/>
                <a:latin typeface="Cascadia Mono"/>
                <a:ea typeface="Cascadia Mono"/>
              </a:rPr>
              <a:t>// for future need to add var for typechecking</a:t>
            </a:r>
            <a:endParaRPr lang="en-IN" sz="700" b="0" u="none" strike="noStrike">
              <a:solidFill>
                <a:srgbClr val="000000"/>
              </a:solidFill>
              <a:effectLst/>
              <a:uFillTx/>
              <a:latin typeface="Arial"/>
            </a:endParaRPr>
          </a:p>
          <a:p>
            <a:pPr indent="0">
              <a:lnSpc>
                <a:spcPct val="100000"/>
              </a:lnSpc>
              <a:spcBef>
                <a:spcPts val="1417"/>
              </a:spcBef>
              <a:buNone/>
              <a:tabLst>
                <a:tab pos="0" algn="l"/>
              </a:tabLst>
            </a:pPr>
            <a:r>
              <a:rPr lang="en-IN" sz="700" b="0" u="none" strike="noStrike">
                <a:solidFill>
                  <a:srgbClr val="000000"/>
                </a:solidFill>
                <a:effectLst/>
                <a:uFillTx/>
                <a:latin typeface="Arial"/>
                <a:ea typeface="Cascadia Mono"/>
              </a:rPr>
              <a:t>};</a:t>
            </a:r>
            <a:endParaRPr lang="en-IN" sz="700" b="0" u="none" strike="noStrike">
              <a:solidFill>
                <a:srgbClr val="000000"/>
              </a:solidFill>
              <a:effectLst/>
              <a:uFillTx/>
              <a:latin typeface="Arial"/>
            </a:endParaRPr>
          </a:p>
          <a:p>
            <a:pPr marL="720000" indent="0">
              <a:lnSpc>
                <a:spcPct val="100000"/>
              </a:lnSpc>
              <a:spcBef>
                <a:spcPts val="1191"/>
              </a:spcBef>
              <a:spcAft>
                <a:spcPts val="992"/>
              </a:spcAft>
              <a:buNone/>
              <a:tabLst>
                <a:tab pos="0" algn="l"/>
              </a:tabLst>
            </a:pPr>
            <a:endParaRPr lang="en-IN" sz="1000" b="0" u="none" strike="noStrike">
              <a:solidFill>
                <a:srgbClr val="000000"/>
              </a:solidFill>
              <a:effectLst/>
              <a:uFillTx/>
              <a:latin typeface="Arial"/>
            </a:endParaRPr>
          </a:p>
        </p:txBody>
      </p:sp>
      <p:sp>
        <p:nvSpPr>
          <p:cNvPr id="4" name="PlaceHolder 3"/>
          <p:cNvSpPr>
            <a:spLocks noGrp="1"/>
          </p:cNvSpPr>
          <p:nvPr>
            <p:ph type="sldNum" idx="3"/>
          </p:nvPr>
        </p:nvSpPr>
        <p:spPr/>
        <p:txBody>
          <a:bodyPr/>
          <a:lstStyle/>
          <a:p>
            <a:fld id="{D883865D-16A4-482A-9007-666196BE8CEC}" type="slidenum">
              <a:r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360000" y="165960"/>
            <a:ext cx="9358200" cy="504720"/>
          </a:xfrm>
          <a:prstGeom prst="rect">
            <a:avLst/>
          </a:prstGeom>
          <a:noFill/>
          <a:ln w="0">
            <a:noFill/>
          </a:ln>
        </p:spPr>
        <p:txBody>
          <a:bodyPr lIns="0" tIns="0" rIns="0" bIns="0" anchor="ctr">
            <a:spAutoFit/>
          </a:bodyPr>
          <a:lstStyle/>
          <a:p>
            <a:pPr algn="ctr">
              <a:lnSpc>
                <a:spcPct val="100000"/>
              </a:lnSpc>
              <a:tabLst>
                <a:tab pos="0" algn="l"/>
              </a:tabLst>
            </a:pPr>
            <a:r>
              <a:rPr lang="en-IN" sz="3300" dirty="0">
                <a:solidFill>
                  <a:srgbClr val="EEEEEE"/>
                </a:solidFill>
              </a:rPr>
              <a:t>Designing expression parser- </a:t>
            </a:r>
            <a:r>
              <a:rPr lang="en-IN" sz="3300" b="0" u="none" strike="noStrike" dirty="0">
                <a:solidFill>
                  <a:srgbClr val="EEEEEE"/>
                </a:solidFill>
                <a:effectLst/>
                <a:uFillTx/>
                <a:latin typeface="Arial"/>
              </a:rPr>
              <a:t>coding pattern</a:t>
            </a:r>
            <a:endParaRPr lang="en-IN" sz="3300" b="0" u="none" strike="noStrike" dirty="0">
              <a:solidFill>
                <a:srgbClr val="000000"/>
              </a:solidFill>
              <a:effectLst/>
              <a:uFillTx/>
              <a:latin typeface="Arial"/>
            </a:endParaRPr>
          </a:p>
        </p:txBody>
      </p:sp>
      <p:sp>
        <p:nvSpPr>
          <p:cNvPr id="83" name="PlaceHolder 2"/>
          <p:cNvSpPr>
            <a:spLocks noGrp="1"/>
          </p:cNvSpPr>
          <p:nvPr>
            <p:ph/>
          </p:nvPr>
        </p:nvSpPr>
        <p:spPr>
          <a:xfrm>
            <a:off x="360000" y="720720"/>
            <a:ext cx="9358200" cy="3598200"/>
          </a:xfrm>
          <a:prstGeom prst="rect">
            <a:avLst/>
          </a:prstGeom>
          <a:noFill/>
          <a:ln w="0">
            <a:noFill/>
          </a:ln>
        </p:spPr>
        <p:txBody>
          <a:bodyPr lIns="0" tIns="0" rIns="0" bIns="0" anchor="t">
            <a:noAutofit/>
          </a:bodyPr>
          <a:lstStyle/>
          <a:p>
            <a:pPr indent="0">
              <a:lnSpc>
                <a:spcPct val="100000"/>
              </a:lnSpc>
              <a:spcBef>
                <a:spcPts val="1191"/>
              </a:spcBef>
              <a:spcAft>
                <a:spcPts val="992"/>
              </a:spcAft>
              <a:buNone/>
              <a:tabLst>
                <a:tab pos="0" algn="l"/>
              </a:tabLst>
            </a:pPr>
            <a:br>
              <a:rPr sz="700"/>
            </a:br>
            <a:r>
              <a:rPr lang="en-IN" sz="800" b="0" u="none" strike="noStrike">
                <a:solidFill>
                  <a:srgbClr val="000000"/>
                </a:solidFill>
                <a:effectLst/>
                <a:uFillTx/>
                <a:latin typeface="Arial"/>
                <a:ea typeface="Microsoft YaHei"/>
              </a:rPr>
              <a:t>equality-expression:</a:t>
            </a:r>
            <a:br>
              <a:rPr sz="800"/>
            </a:br>
            <a:r>
              <a:rPr lang="en-IN" sz="800" b="0" u="none" strike="noStrike">
                <a:solidFill>
                  <a:srgbClr val="000000"/>
                </a:solidFill>
                <a:effectLst/>
                <a:uFillTx/>
                <a:latin typeface="Arial"/>
                <a:ea typeface="Microsoft YaHei"/>
              </a:rPr>
              <a:t>relational-expression</a:t>
            </a:r>
            <a:br>
              <a:rPr sz="800"/>
            </a:br>
            <a:r>
              <a:rPr lang="en-IN" sz="800" b="0" u="none" strike="noStrike">
                <a:solidFill>
                  <a:srgbClr val="000000"/>
                </a:solidFill>
                <a:effectLst/>
                <a:uFillTx/>
                <a:latin typeface="Arial"/>
                <a:ea typeface="Microsoft YaHei"/>
              </a:rPr>
              <a:t>relational-expression == equality-expression</a:t>
            </a:r>
            <a:br>
              <a:rPr sz="800"/>
            </a:br>
            <a:r>
              <a:rPr lang="en-IN" sz="800" b="0" u="none" strike="noStrike">
                <a:solidFill>
                  <a:srgbClr val="000000"/>
                </a:solidFill>
                <a:effectLst/>
                <a:uFillTx/>
                <a:latin typeface="Arial"/>
                <a:ea typeface="Microsoft YaHei"/>
              </a:rPr>
              <a:t>relational-expression != equality-expression </a:t>
            </a:r>
            <a:br>
              <a:rPr sz="800"/>
            </a:br>
            <a:br>
              <a:rPr sz="800"/>
            </a:br>
            <a:r>
              <a:rPr lang="en-IN" sz="800" b="0" u="none" strike="noStrike">
                <a:solidFill>
                  <a:srgbClr val="000000"/>
                </a:solidFill>
                <a:effectLst/>
                <a:uFillTx/>
                <a:latin typeface="Arial"/>
                <a:ea typeface="Microsoft YaHei"/>
              </a:rPr>
              <a:t>the C code for the above grammar is given below:-</a:t>
            </a:r>
            <a:r>
              <a:rPr lang="en-IN" sz="1000" b="0" u="none" strike="noStrike">
                <a:solidFill>
                  <a:srgbClr val="000000"/>
                </a:solidFill>
                <a:effectLst/>
                <a:uFillTx/>
                <a:latin typeface="Amiri"/>
                <a:ea typeface="Microsoft YaHei"/>
              </a:rPr>
              <a:t> </a:t>
            </a:r>
            <a:br>
              <a:rPr sz="700"/>
            </a:br>
            <a:br>
              <a:rPr sz="700"/>
            </a:br>
            <a:r>
              <a:rPr lang="en-IN" sz="700" b="0" u="none" strike="noStrike">
                <a:solidFill>
                  <a:srgbClr val="2B91AF"/>
                </a:solidFill>
                <a:effectLst/>
                <a:uFillTx/>
                <a:latin typeface="Amiri"/>
                <a:ea typeface="Cascadia Mono"/>
              </a:rPr>
              <a:t>TreeNode</a:t>
            </a:r>
            <a:r>
              <a:rPr lang="en-IN" sz="700" b="0" u="none" strike="noStrike">
                <a:solidFill>
                  <a:srgbClr val="000000"/>
                </a:solidFill>
                <a:effectLst/>
                <a:uFillTx/>
                <a:latin typeface="Amiri"/>
                <a:ea typeface="Cascadia Mono"/>
              </a:rPr>
              <a:t>* equality_expression()</a:t>
            </a:r>
            <a:br>
              <a:rPr sz="700"/>
            </a:br>
            <a:r>
              <a:rPr lang="en-IN" sz="700" b="0" u="none" strike="noStrike">
                <a:solidFill>
                  <a:srgbClr val="000000"/>
                </a:solidFill>
                <a:effectLst/>
                <a:uFillTx/>
                <a:latin typeface="Amiri"/>
                <a:ea typeface="Cascadia Mono"/>
              </a:rPr>
              <a:t>{</a:t>
            </a:r>
            <a:br>
              <a:rPr sz="700"/>
            </a:br>
            <a:r>
              <a:rPr lang="en-IN" sz="700" b="0" u="none" strike="noStrike">
                <a:solidFill>
                  <a:srgbClr val="000000"/>
                </a:solidFill>
                <a:effectLst/>
                <a:uFillTx/>
                <a:latin typeface="Amiri"/>
                <a:ea typeface="Cascadia Mono"/>
              </a:rPr>
              <a:t>    </a:t>
            </a:r>
            <a:r>
              <a:rPr lang="en-IN" sz="700" b="0" u="none" strike="noStrike">
                <a:solidFill>
                  <a:srgbClr val="2B91AF"/>
                </a:solidFill>
                <a:effectLst/>
                <a:uFillTx/>
                <a:latin typeface="Amiri"/>
                <a:ea typeface="Cascadia Mono"/>
              </a:rPr>
              <a:t>TreeNode</a:t>
            </a:r>
            <a:r>
              <a:rPr lang="en-IN" sz="700" b="0" u="none" strike="noStrike">
                <a:solidFill>
                  <a:srgbClr val="000000"/>
                </a:solidFill>
                <a:effectLst/>
                <a:uFillTx/>
                <a:latin typeface="Amiri"/>
                <a:ea typeface="Cascadia Mono"/>
              </a:rPr>
              <a:t>* t;</a:t>
            </a:r>
            <a:br>
              <a:rPr sz="700"/>
            </a:br>
            <a:r>
              <a:rPr lang="en-IN" sz="700" b="0" u="none" strike="noStrike">
                <a:solidFill>
                  <a:srgbClr val="000000"/>
                </a:solidFill>
                <a:effectLst/>
                <a:uFillTx/>
                <a:latin typeface="Amiri"/>
                <a:ea typeface="Cascadia Mono"/>
              </a:rPr>
              <a:t>    </a:t>
            </a:r>
            <a:r>
              <a:rPr lang="en-IN" sz="700" b="0" u="none" strike="noStrike">
                <a:solidFill>
                  <a:srgbClr val="2B91AF"/>
                </a:solidFill>
                <a:effectLst/>
                <a:uFillTx/>
                <a:latin typeface="Amiri"/>
                <a:ea typeface="Cascadia Mono"/>
              </a:rPr>
              <a:t>TreeNode</a:t>
            </a:r>
            <a:r>
              <a:rPr lang="en-IN" sz="700" b="0" u="none" strike="noStrike">
                <a:solidFill>
                  <a:srgbClr val="000000"/>
                </a:solidFill>
                <a:effectLst/>
                <a:uFillTx/>
                <a:latin typeface="Amiri"/>
                <a:ea typeface="Cascadia Mono"/>
              </a:rPr>
              <a:t>* t2;</a:t>
            </a:r>
            <a:br>
              <a:rPr sz="700"/>
            </a:br>
            <a:r>
              <a:rPr lang="en-IN" sz="700" b="0" u="none" strike="noStrike">
                <a:solidFill>
                  <a:srgbClr val="000000"/>
                </a:solidFill>
                <a:effectLst/>
                <a:uFillTx/>
                <a:latin typeface="Amiri"/>
                <a:ea typeface="Cascadia Mono"/>
              </a:rPr>
              <a:t>    t = relational_expression();</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a:t>
            </a:r>
            <a:r>
              <a:rPr lang="en-IN" sz="700" b="0" u="none" strike="noStrike">
                <a:solidFill>
                  <a:srgbClr val="0000FF"/>
                </a:solidFill>
                <a:effectLst/>
                <a:uFillTx/>
                <a:latin typeface="Amiri"/>
                <a:ea typeface="Cascadia Mono"/>
              </a:rPr>
              <a:t>int</a:t>
            </a:r>
            <a:r>
              <a:rPr lang="en-IN" sz="700" b="0" u="none" strike="noStrike">
                <a:solidFill>
                  <a:srgbClr val="000000"/>
                </a:solidFill>
                <a:effectLst/>
                <a:uFillTx/>
                <a:latin typeface="Amiri"/>
                <a:ea typeface="Cascadia Mono"/>
              </a:rPr>
              <a:t> tok = getCurrentToken();</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a:t>
            </a:r>
            <a:r>
              <a:rPr lang="en-IN" sz="700" b="0" u="none" strike="noStrike">
                <a:solidFill>
                  <a:srgbClr val="0000FF"/>
                </a:solidFill>
                <a:effectLst/>
                <a:uFillTx/>
                <a:latin typeface="Amiri"/>
                <a:ea typeface="Cascadia Mono"/>
              </a:rPr>
              <a:t>if</a:t>
            </a:r>
            <a:r>
              <a:rPr lang="en-IN" sz="700" b="0" u="none" strike="noStrike">
                <a:solidFill>
                  <a:srgbClr val="000000"/>
                </a:solidFill>
                <a:effectLst/>
                <a:uFillTx/>
                <a:latin typeface="Amiri"/>
                <a:ea typeface="Cascadia Mono"/>
              </a:rPr>
              <a:t> (tok == </a:t>
            </a:r>
            <a:r>
              <a:rPr lang="en-IN" sz="700" b="0" u="none" strike="noStrike">
                <a:solidFill>
                  <a:srgbClr val="6F008A"/>
                </a:solidFill>
                <a:effectLst/>
                <a:uFillTx/>
                <a:latin typeface="Amiri"/>
                <a:ea typeface="Cascadia Mono"/>
              </a:rPr>
              <a:t>EQ_EQ_COND</a:t>
            </a:r>
            <a:r>
              <a:rPr lang="en-IN" sz="700" b="0" u="none" strike="noStrike">
                <a:solidFill>
                  <a:srgbClr val="000000"/>
                </a:solidFill>
                <a:effectLst/>
                <a:uFillTx/>
                <a:latin typeface="Amiri"/>
                <a:ea typeface="Cascadia Mono"/>
              </a:rPr>
              <a:t>)</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t2 = newExpNode(</a:t>
            </a:r>
            <a:r>
              <a:rPr lang="en-IN" sz="700" b="0" u="none" strike="noStrike">
                <a:solidFill>
                  <a:srgbClr val="2F4F4F"/>
                </a:solidFill>
                <a:effectLst/>
                <a:uFillTx/>
                <a:latin typeface="Amiri"/>
                <a:ea typeface="Cascadia Mono"/>
              </a:rPr>
              <a:t>OP</a:t>
            </a:r>
            <a:r>
              <a:rPr lang="en-IN" sz="700" b="0" u="none" strike="noStrike">
                <a:solidFill>
                  <a:srgbClr val="000000"/>
                </a:solidFill>
                <a:effectLst/>
                <a:uFillTx/>
                <a:latin typeface="Amiri"/>
                <a:ea typeface="Cascadia Mono"/>
              </a:rPr>
              <a:t>);</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t2-&gt;child[0] = t;</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t2-&gt;attrib.op = </a:t>
            </a:r>
            <a:r>
              <a:rPr lang="en-IN" sz="700" b="0" u="none" strike="noStrike">
                <a:solidFill>
                  <a:srgbClr val="2F4F4F"/>
                </a:solidFill>
                <a:effectLst/>
                <a:uFillTx/>
                <a:latin typeface="Amiri"/>
                <a:ea typeface="Cascadia Mono"/>
              </a:rPr>
              <a:t>OP_EQ</a:t>
            </a:r>
            <a:r>
              <a:rPr lang="en-IN" sz="700" b="0" u="none" strike="noStrike">
                <a:solidFill>
                  <a:srgbClr val="000000"/>
                </a:solidFill>
                <a:effectLst/>
                <a:uFillTx/>
                <a:latin typeface="Amiri"/>
                <a:ea typeface="Cascadia Mono"/>
              </a:rPr>
              <a:t>;</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t = t2;</a:t>
            </a:r>
            <a:endParaRPr lang="en-IN" sz="700" b="0" u="none" strike="noStrike">
              <a:solidFill>
                <a:srgbClr val="000000"/>
              </a:solidFill>
              <a:effectLst/>
              <a:uFillTx/>
              <a:latin typeface="Arial"/>
            </a:endParaRPr>
          </a:p>
          <a:p>
            <a:pPr indent="0">
              <a:lnSpc>
                <a:spcPct val="100000"/>
              </a:lnSpc>
              <a:buNone/>
              <a:tabLst>
                <a:tab pos="0" algn="l"/>
              </a:tabLst>
            </a:pP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a:t>
            </a:r>
            <a:r>
              <a:rPr lang="en-IN" sz="700" b="0" u="none" strike="noStrike">
                <a:solidFill>
                  <a:srgbClr val="6F008A"/>
                </a:solidFill>
                <a:effectLst/>
                <a:uFillTx/>
                <a:latin typeface="Amiri"/>
                <a:ea typeface="Cascadia Mono"/>
              </a:rPr>
              <a:t>checkEOF</a:t>
            </a:r>
            <a:r>
              <a:rPr lang="en-IN" sz="700" b="0" u="none" strike="noStrike">
                <a:solidFill>
                  <a:srgbClr val="000000"/>
                </a:solidFill>
                <a:effectLst/>
                <a:uFillTx/>
                <a:latin typeface="Amiri"/>
                <a:ea typeface="Cascadia Mono"/>
              </a:rPr>
              <a:t>();</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a:t>
            </a:r>
            <a:r>
              <a:rPr lang="en-IN" sz="700" b="0" u="none" strike="noStrike">
                <a:solidFill>
                  <a:srgbClr val="6F008A"/>
                </a:solidFill>
                <a:effectLst/>
                <a:uFillTx/>
                <a:latin typeface="Amiri"/>
                <a:ea typeface="Cascadia Mono"/>
              </a:rPr>
              <a:t>getNextToken</a:t>
            </a:r>
            <a:r>
              <a:rPr lang="en-IN" sz="700" b="0" u="none" strike="noStrike">
                <a:solidFill>
                  <a:srgbClr val="000000"/>
                </a:solidFill>
                <a:effectLst/>
                <a:uFillTx/>
                <a:latin typeface="Amiri"/>
                <a:ea typeface="Cascadia Mono"/>
              </a:rPr>
              <a:t>();</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t-&gt;child[1] = equality_expression();</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a:t>
            </a:r>
            <a:r>
              <a:rPr lang="en-IN" sz="700" b="0" u="none" strike="noStrike">
                <a:solidFill>
                  <a:srgbClr val="0000FF"/>
                </a:solidFill>
                <a:effectLst/>
                <a:uFillTx/>
                <a:latin typeface="Amiri"/>
                <a:ea typeface="Cascadia Mono"/>
              </a:rPr>
              <a:t>else</a:t>
            </a:r>
            <a:r>
              <a:rPr lang="en-IN" sz="700" b="0" u="none" strike="noStrike">
                <a:solidFill>
                  <a:srgbClr val="000000"/>
                </a:solidFill>
                <a:effectLst/>
                <a:uFillTx/>
                <a:latin typeface="Amiri"/>
                <a:ea typeface="Cascadia Mono"/>
              </a:rPr>
              <a:t> </a:t>
            </a:r>
            <a:r>
              <a:rPr lang="en-IN" sz="700" b="0" u="none" strike="noStrike">
                <a:solidFill>
                  <a:srgbClr val="0000FF"/>
                </a:solidFill>
                <a:effectLst/>
                <a:uFillTx/>
                <a:latin typeface="Amiri"/>
                <a:ea typeface="Cascadia Mono"/>
              </a:rPr>
              <a:t>if</a:t>
            </a:r>
            <a:r>
              <a:rPr lang="en-IN" sz="700" b="0" u="none" strike="noStrike">
                <a:solidFill>
                  <a:srgbClr val="000000"/>
                </a:solidFill>
                <a:effectLst/>
                <a:uFillTx/>
                <a:latin typeface="Amiri"/>
                <a:ea typeface="Cascadia Mono"/>
              </a:rPr>
              <a:t> (tok == </a:t>
            </a:r>
            <a:r>
              <a:rPr lang="en-IN" sz="700" b="0" u="none" strike="noStrike">
                <a:solidFill>
                  <a:srgbClr val="6F008A"/>
                </a:solidFill>
                <a:effectLst/>
                <a:uFillTx/>
                <a:latin typeface="Amiri"/>
                <a:ea typeface="Cascadia Mono"/>
              </a:rPr>
              <a:t>NOT_ASSIGN</a:t>
            </a:r>
            <a:r>
              <a:rPr lang="en-IN" sz="700" b="0" u="none" strike="noStrike">
                <a:solidFill>
                  <a:srgbClr val="000000"/>
                </a:solidFill>
                <a:effectLst/>
                <a:uFillTx/>
                <a:latin typeface="Amiri"/>
                <a:ea typeface="Cascadia Mono"/>
              </a:rPr>
              <a:t>)</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t2 = newExpNode(</a:t>
            </a:r>
            <a:r>
              <a:rPr lang="en-IN" sz="700" b="0" u="none" strike="noStrike">
                <a:solidFill>
                  <a:srgbClr val="2F4F4F"/>
                </a:solidFill>
                <a:effectLst/>
                <a:uFillTx/>
                <a:latin typeface="Amiri"/>
                <a:ea typeface="Cascadia Mono"/>
              </a:rPr>
              <a:t>OP</a:t>
            </a:r>
            <a:r>
              <a:rPr lang="en-IN" sz="700" b="0" u="none" strike="noStrike">
                <a:solidFill>
                  <a:srgbClr val="000000"/>
                </a:solidFill>
                <a:effectLst/>
                <a:uFillTx/>
                <a:latin typeface="Amiri"/>
                <a:ea typeface="Cascadia Mono"/>
              </a:rPr>
              <a:t>);</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t2-&gt;child[0] = t;</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t2-&gt;attrib.op = </a:t>
            </a:r>
            <a:r>
              <a:rPr lang="en-IN" sz="700" b="0" u="none" strike="noStrike">
                <a:solidFill>
                  <a:srgbClr val="2F4F4F"/>
                </a:solidFill>
                <a:effectLst/>
                <a:uFillTx/>
                <a:latin typeface="Amiri"/>
                <a:ea typeface="Cascadia Mono"/>
              </a:rPr>
              <a:t>OP_NOTEQ</a:t>
            </a:r>
            <a:r>
              <a:rPr lang="en-IN" sz="700" b="0" u="none" strike="noStrike">
                <a:solidFill>
                  <a:srgbClr val="000000"/>
                </a:solidFill>
                <a:effectLst/>
                <a:uFillTx/>
                <a:latin typeface="Amiri"/>
                <a:ea typeface="Cascadia Mono"/>
              </a:rPr>
              <a:t>;</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t = t2;</a:t>
            </a:r>
            <a:endParaRPr lang="en-IN" sz="700" b="0" u="none" strike="noStrike">
              <a:solidFill>
                <a:srgbClr val="000000"/>
              </a:solidFill>
              <a:effectLst/>
              <a:uFillTx/>
              <a:latin typeface="Arial"/>
            </a:endParaRPr>
          </a:p>
          <a:p>
            <a:pPr indent="0">
              <a:lnSpc>
                <a:spcPct val="100000"/>
              </a:lnSpc>
              <a:buNone/>
              <a:tabLst>
                <a:tab pos="0" algn="l"/>
              </a:tabLst>
            </a:pP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a:t>
            </a:r>
            <a:r>
              <a:rPr lang="en-IN" sz="700" b="0" u="none" strike="noStrike">
                <a:solidFill>
                  <a:srgbClr val="6F008A"/>
                </a:solidFill>
                <a:effectLst/>
                <a:uFillTx/>
                <a:latin typeface="Amiri"/>
                <a:ea typeface="Cascadia Mono"/>
              </a:rPr>
              <a:t>checkEOF</a:t>
            </a:r>
            <a:r>
              <a:rPr lang="en-IN" sz="700" b="0" u="none" strike="noStrike">
                <a:solidFill>
                  <a:srgbClr val="000000"/>
                </a:solidFill>
                <a:effectLst/>
                <a:uFillTx/>
                <a:latin typeface="Amiri"/>
                <a:ea typeface="Cascadia Mono"/>
              </a:rPr>
              <a:t>();</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a:t>
            </a:r>
            <a:r>
              <a:rPr lang="en-IN" sz="700" b="0" u="none" strike="noStrike">
                <a:solidFill>
                  <a:srgbClr val="6F008A"/>
                </a:solidFill>
                <a:effectLst/>
                <a:uFillTx/>
                <a:latin typeface="Amiri"/>
                <a:ea typeface="Cascadia Mono"/>
              </a:rPr>
              <a:t>getNextToken</a:t>
            </a:r>
            <a:r>
              <a:rPr lang="en-IN" sz="700" b="0" u="none" strike="noStrike">
                <a:solidFill>
                  <a:srgbClr val="000000"/>
                </a:solidFill>
                <a:effectLst/>
                <a:uFillTx/>
                <a:latin typeface="Amiri"/>
                <a:ea typeface="Cascadia Mono"/>
              </a:rPr>
              <a:t>();</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t-&gt;child[1] = equality_expression();</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    </a:t>
            </a:r>
            <a:r>
              <a:rPr lang="en-IN" sz="700" b="0" u="none" strike="noStrike">
                <a:solidFill>
                  <a:srgbClr val="0000FF"/>
                </a:solidFill>
                <a:effectLst/>
                <a:uFillTx/>
                <a:latin typeface="Amiri"/>
                <a:ea typeface="Cascadia Mono"/>
              </a:rPr>
              <a:t>return</a:t>
            </a:r>
            <a:r>
              <a:rPr lang="en-IN" sz="700" b="0" u="none" strike="noStrike">
                <a:solidFill>
                  <a:srgbClr val="000000"/>
                </a:solidFill>
                <a:effectLst/>
                <a:uFillTx/>
                <a:latin typeface="Amiri"/>
                <a:ea typeface="Cascadia Mono"/>
              </a:rPr>
              <a:t> t;</a:t>
            </a:r>
            <a:endParaRPr lang="en-IN" sz="700" b="0" u="none" strike="noStrike">
              <a:solidFill>
                <a:srgbClr val="000000"/>
              </a:solidFill>
              <a:effectLst/>
              <a:uFillTx/>
              <a:latin typeface="Arial"/>
            </a:endParaRPr>
          </a:p>
          <a:p>
            <a:pPr indent="0">
              <a:lnSpc>
                <a:spcPct val="100000"/>
              </a:lnSpc>
              <a:buNone/>
              <a:tabLst>
                <a:tab pos="0" algn="l"/>
              </a:tabLst>
            </a:pPr>
            <a:r>
              <a:rPr lang="en-IN" sz="700" b="0" u="none" strike="noStrike">
                <a:solidFill>
                  <a:srgbClr val="000000"/>
                </a:solidFill>
                <a:effectLst/>
                <a:uFillTx/>
                <a:latin typeface="Amiri"/>
                <a:ea typeface="Cascadia Mono"/>
              </a:rPr>
              <a:t>}</a:t>
            </a:r>
            <a:br>
              <a:rPr sz="1000"/>
            </a:br>
            <a:r>
              <a:rPr lang="en-IN" sz="1000" b="0" u="none" strike="noStrike">
                <a:solidFill>
                  <a:srgbClr val="000000"/>
                </a:solidFill>
                <a:effectLst/>
                <a:uFillTx/>
                <a:latin typeface="Amiri"/>
                <a:ea typeface="Cascadia Mono"/>
              </a:rPr>
              <a:t> </a:t>
            </a:r>
            <a:endParaRPr lang="en-IN" sz="1000" b="0" u="none" strike="noStrike">
              <a:solidFill>
                <a:srgbClr val="000000"/>
              </a:solidFill>
              <a:effectLst/>
              <a:uFillTx/>
              <a:latin typeface="Arial"/>
            </a:endParaRPr>
          </a:p>
          <a:p>
            <a:pPr marL="720000" indent="0">
              <a:lnSpc>
                <a:spcPct val="100000"/>
              </a:lnSpc>
              <a:buNone/>
              <a:tabLst>
                <a:tab pos="0" algn="l"/>
              </a:tabLst>
            </a:pPr>
            <a:endParaRPr lang="en-IN" sz="1000" b="0" u="none" strike="noStrike">
              <a:solidFill>
                <a:srgbClr val="000000"/>
              </a:solidFill>
              <a:effectLst/>
              <a:uFillTx/>
              <a:latin typeface="Arial"/>
            </a:endParaRPr>
          </a:p>
        </p:txBody>
      </p:sp>
      <p:sp>
        <p:nvSpPr>
          <p:cNvPr id="4" name="PlaceHolder 3"/>
          <p:cNvSpPr>
            <a:spLocks noGrp="1"/>
          </p:cNvSpPr>
          <p:nvPr>
            <p:ph type="sldNum" idx="3"/>
          </p:nvPr>
        </p:nvSpPr>
        <p:spPr/>
        <p:txBody>
          <a:bodyPr/>
          <a:lstStyle/>
          <a:p>
            <a:fld id="{10B01792-C8FB-40D3-A8D5-C5225FE9A1E4}" type="slidenum">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104274" y="164405"/>
            <a:ext cx="9613926" cy="507831"/>
          </a:xfrm>
          <a:prstGeom prst="rect">
            <a:avLst/>
          </a:prstGeom>
          <a:noFill/>
          <a:ln w="0">
            <a:noFill/>
          </a:ln>
        </p:spPr>
        <p:txBody>
          <a:bodyPr wrap="square" lIns="0" tIns="0" rIns="0" bIns="0" anchor="ctr">
            <a:spAutoFit/>
          </a:bodyPr>
          <a:lstStyle/>
          <a:p>
            <a:pPr algn="ctr">
              <a:lnSpc>
                <a:spcPct val="100000"/>
              </a:lnSpc>
              <a:tabLst>
                <a:tab pos="0" algn="l"/>
              </a:tabLst>
            </a:pPr>
            <a:r>
              <a:rPr lang="en-IN" sz="3300" dirty="0">
                <a:solidFill>
                  <a:srgbClr val="EEEEEE"/>
                </a:solidFill>
              </a:rPr>
              <a:t>Designing expression parser- </a:t>
            </a:r>
            <a:r>
              <a:rPr lang="en-IN" sz="3300" b="0" u="none" strike="noStrike" dirty="0">
                <a:solidFill>
                  <a:srgbClr val="EEEEEE"/>
                </a:solidFill>
                <a:effectLst/>
                <a:uFillTx/>
                <a:latin typeface="Arial"/>
              </a:rPr>
              <a:t>Termination condition</a:t>
            </a:r>
            <a:endParaRPr lang="en-IN" sz="3300" b="0" u="none" strike="noStrike" dirty="0">
              <a:solidFill>
                <a:srgbClr val="000000"/>
              </a:solidFill>
              <a:effectLst/>
              <a:uFillTx/>
              <a:latin typeface="Arial"/>
            </a:endParaRPr>
          </a:p>
        </p:txBody>
      </p:sp>
      <p:sp>
        <p:nvSpPr>
          <p:cNvPr id="85" name="PlaceHolder 2"/>
          <p:cNvSpPr>
            <a:spLocks noGrp="1"/>
          </p:cNvSpPr>
          <p:nvPr>
            <p:ph/>
          </p:nvPr>
        </p:nvSpPr>
        <p:spPr>
          <a:xfrm>
            <a:off x="360000" y="720720"/>
            <a:ext cx="9358200" cy="3598200"/>
          </a:xfrm>
          <a:prstGeom prst="rect">
            <a:avLst/>
          </a:prstGeom>
          <a:noFill/>
          <a:ln w="0">
            <a:noFill/>
          </a:ln>
        </p:spPr>
        <p:txBody>
          <a:bodyPr lIns="0" tIns="0" rIns="0" bIns="0" anchor="t">
            <a:noAutofit/>
          </a:bodyPr>
          <a:lstStyle/>
          <a:p>
            <a:pPr indent="0">
              <a:lnSpc>
                <a:spcPct val="100000"/>
              </a:lnSpc>
              <a:buNone/>
              <a:tabLst>
                <a:tab pos="0" algn="l"/>
              </a:tabLst>
            </a:pPr>
            <a:br>
              <a:rPr sz="1000" dirty="0"/>
            </a:br>
            <a:r>
              <a:rPr lang="en-IN" sz="1000" b="0" u="none" strike="noStrike" dirty="0">
                <a:solidFill>
                  <a:srgbClr val="000000"/>
                </a:solidFill>
                <a:effectLst/>
                <a:uFillTx/>
                <a:latin typeface="Arial"/>
                <a:ea typeface="Microsoft YaHei"/>
              </a:rPr>
              <a:t>the part of C code for the primary-expression grammar is given below, in the code you can clearly see if we are getting lookahead as ‘;’ then we will </a:t>
            </a:r>
            <a:r>
              <a:rPr lang="en-IN" sz="1000" b="0" u="none" strike="noStrike" dirty="0" err="1">
                <a:solidFill>
                  <a:srgbClr val="000000"/>
                </a:solidFill>
                <a:effectLst/>
                <a:uFillTx/>
                <a:latin typeface="Arial"/>
                <a:ea typeface="Microsoft YaHei"/>
              </a:rPr>
              <a:t>goto</a:t>
            </a:r>
            <a:r>
              <a:rPr lang="en-IN" sz="1000" b="0" u="none" strike="noStrike" dirty="0">
                <a:solidFill>
                  <a:srgbClr val="000000"/>
                </a:solidFill>
                <a:effectLst/>
                <a:uFillTx/>
                <a:latin typeface="Arial"/>
                <a:ea typeface="Microsoft YaHei"/>
              </a:rPr>
              <a:t> the next token and return the current allocated tree, so we can’t add more elements to the expression tree</a:t>
            </a:r>
            <a:br>
              <a:rPr sz="1000" dirty="0"/>
            </a:br>
            <a:br>
              <a:rPr sz="1000" dirty="0"/>
            </a:br>
            <a:br>
              <a:rPr sz="1000" dirty="0"/>
            </a:br>
            <a:r>
              <a:rPr lang="en-IN" sz="950" b="0" u="none" strike="noStrike" dirty="0" err="1">
                <a:solidFill>
                  <a:srgbClr val="2B91AF"/>
                </a:solidFill>
                <a:effectLst/>
                <a:uFillTx/>
                <a:latin typeface="Amiri"/>
                <a:ea typeface="Cascadia Mono"/>
              </a:rPr>
              <a:t>TreeNode</a:t>
            </a:r>
            <a:r>
              <a:rPr lang="en-IN" sz="950" b="0" u="none" strike="noStrike" dirty="0">
                <a:solidFill>
                  <a:srgbClr val="000000"/>
                </a:solidFill>
                <a:effectLst/>
                <a:uFillTx/>
                <a:latin typeface="Amiri"/>
                <a:ea typeface="Cascadia Mono"/>
              </a:rPr>
              <a:t>* </a:t>
            </a:r>
            <a:r>
              <a:rPr lang="en-IN" sz="950" b="0" u="none" strike="noStrike" dirty="0" err="1">
                <a:solidFill>
                  <a:srgbClr val="000000"/>
                </a:solidFill>
                <a:effectLst/>
                <a:uFillTx/>
                <a:latin typeface="Amiri"/>
                <a:ea typeface="Cascadia Mono"/>
              </a:rPr>
              <a:t>primary_expression</a:t>
            </a:r>
            <a:r>
              <a:rPr lang="en-IN" sz="950" b="0" u="none" strike="noStrike" dirty="0">
                <a:solidFill>
                  <a:srgbClr val="000000"/>
                </a:solidFill>
                <a:effectLst/>
                <a:uFillTx/>
                <a:latin typeface="Amiri"/>
                <a:ea typeface="Cascadia Mono"/>
              </a:rPr>
              <a:t>(</a:t>
            </a:r>
            <a:r>
              <a:rPr lang="en-IN" sz="950" b="0" u="none" strike="noStrike" dirty="0" err="1">
                <a:solidFill>
                  <a:srgbClr val="2B91AF"/>
                </a:solidFill>
                <a:effectLst/>
                <a:uFillTx/>
                <a:latin typeface="Amiri"/>
                <a:ea typeface="Cascadia Mono"/>
              </a:rPr>
              <a:t>bool_t</a:t>
            </a:r>
            <a:r>
              <a:rPr lang="en-IN" sz="950" b="0" u="none" strike="noStrike" dirty="0">
                <a:solidFill>
                  <a:srgbClr val="000000"/>
                </a:solidFill>
                <a:effectLst/>
                <a:uFillTx/>
                <a:latin typeface="Amiri"/>
                <a:ea typeface="Cascadia Mono"/>
              </a:rPr>
              <a:t>* </a:t>
            </a:r>
            <a:r>
              <a:rPr lang="en-IN" sz="950" b="0" u="none" strike="noStrike" dirty="0" err="1">
                <a:solidFill>
                  <a:srgbClr val="808080"/>
                </a:solidFill>
                <a:effectLst/>
                <a:uFillTx/>
                <a:latin typeface="Amiri"/>
                <a:ea typeface="Cascadia Mono"/>
              </a:rPr>
              <a:t>IsPrim</a:t>
            </a:r>
            <a:r>
              <a:rPr lang="en-IN" sz="950" b="0" u="none" strike="noStrike" dirty="0">
                <a:solidFill>
                  <a:srgbClr val="000000"/>
                </a:solidFill>
                <a:effectLst/>
                <a:uFillTx/>
                <a:latin typeface="Amiri"/>
                <a:ea typeface="Cascadia Mono"/>
              </a:rPr>
              <a:t>)</a:t>
            </a:r>
            <a:endParaRPr lang="en-IN" sz="950" b="0" u="none" strike="noStrike" dirty="0">
              <a:solidFill>
                <a:srgbClr val="000000"/>
              </a:solidFill>
              <a:effectLst/>
              <a:uFillTx/>
              <a:latin typeface="Arial"/>
            </a:endParaRPr>
          </a:p>
          <a:p>
            <a:pPr indent="0">
              <a:lnSpc>
                <a:spcPct val="100000"/>
              </a:lnSpc>
              <a:buNone/>
              <a:tabLst>
                <a:tab pos="0" algn="l"/>
              </a:tabLst>
            </a:pPr>
            <a:r>
              <a:rPr lang="en-IN" sz="1000" b="0" u="none" strike="noStrike" dirty="0">
                <a:solidFill>
                  <a:srgbClr val="000000"/>
                </a:solidFill>
                <a:effectLst/>
                <a:uFillTx/>
                <a:latin typeface="Amiri"/>
                <a:ea typeface="Cascadia Mono"/>
              </a:rPr>
              <a:t>{</a:t>
            </a:r>
            <a:endParaRPr lang="en-IN" sz="1000" b="0" u="none" strike="noStrike" dirty="0">
              <a:solidFill>
                <a:srgbClr val="000000"/>
              </a:solidFill>
              <a:effectLst/>
              <a:uFillTx/>
              <a:latin typeface="Arial"/>
            </a:endParaRPr>
          </a:p>
          <a:p>
            <a:pPr indent="0">
              <a:lnSpc>
                <a:spcPct val="100000"/>
              </a:lnSpc>
              <a:buNone/>
              <a:tabLst>
                <a:tab pos="0" algn="l"/>
              </a:tabLst>
            </a:pPr>
            <a:r>
              <a:rPr lang="en-IN" sz="950" b="0" u="none" strike="noStrike" dirty="0">
                <a:solidFill>
                  <a:srgbClr val="000000"/>
                </a:solidFill>
                <a:effectLst/>
                <a:uFillTx/>
                <a:latin typeface="Amiri"/>
                <a:ea typeface="Cascadia Mono"/>
              </a:rPr>
              <a:t>    </a:t>
            </a:r>
            <a:r>
              <a:rPr lang="en-IN" sz="950" b="0" u="none" strike="noStrike" dirty="0" err="1">
                <a:solidFill>
                  <a:srgbClr val="2B91AF"/>
                </a:solidFill>
                <a:effectLst/>
                <a:uFillTx/>
                <a:latin typeface="Amiri"/>
                <a:ea typeface="Cascadia Mono"/>
              </a:rPr>
              <a:t>TreeNode</a:t>
            </a:r>
            <a:r>
              <a:rPr lang="en-IN" sz="950" b="0" u="none" strike="noStrike" dirty="0">
                <a:solidFill>
                  <a:srgbClr val="000000"/>
                </a:solidFill>
                <a:effectLst/>
                <a:uFillTx/>
                <a:latin typeface="Amiri"/>
                <a:ea typeface="Cascadia Mono"/>
              </a:rPr>
              <a:t>* t = </a:t>
            </a:r>
            <a:r>
              <a:rPr lang="en-IN" sz="950" b="0" u="none" strike="noStrike" dirty="0">
                <a:solidFill>
                  <a:srgbClr val="6F008A"/>
                </a:solidFill>
                <a:effectLst/>
                <a:uFillTx/>
                <a:latin typeface="Amiri"/>
                <a:ea typeface="Cascadia Mono"/>
              </a:rPr>
              <a:t>NULL</a:t>
            </a:r>
            <a:r>
              <a:rPr lang="en-IN" sz="950" b="0" u="none" strike="noStrike" dirty="0">
                <a:solidFill>
                  <a:srgbClr val="000000"/>
                </a:solidFill>
                <a:effectLst/>
                <a:uFillTx/>
                <a:latin typeface="Amiri"/>
                <a:ea typeface="Cascadia Mono"/>
              </a:rPr>
              <a:t>;</a:t>
            </a:r>
            <a:endParaRPr lang="en-IN" sz="950" b="0" u="none" strike="noStrike" dirty="0">
              <a:solidFill>
                <a:srgbClr val="000000"/>
              </a:solidFill>
              <a:effectLst/>
              <a:uFillTx/>
              <a:latin typeface="Arial"/>
            </a:endParaRPr>
          </a:p>
          <a:p>
            <a:pPr indent="0">
              <a:lnSpc>
                <a:spcPct val="100000"/>
              </a:lnSpc>
              <a:buNone/>
              <a:tabLst>
                <a:tab pos="0" algn="l"/>
              </a:tabLst>
            </a:pPr>
            <a:r>
              <a:rPr lang="en-IN" sz="950" b="0" u="none" strike="noStrike" dirty="0">
                <a:solidFill>
                  <a:srgbClr val="000000"/>
                </a:solidFill>
                <a:effectLst/>
                <a:uFillTx/>
                <a:latin typeface="Amiri"/>
                <a:ea typeface="Cascadia Mono"/>
              </a:rPr>
              <a:t>    </a:t>
            </a:r>
            <a:r>
              <a:rPr lang="en-IN" sz="950" b="0" u="none" strike="noStrike" dirty="0">
                <a:solidFill>
                  <a:srgbClr val="0000FF"/>
                </a:solidFill>
                <a:effectLst/>
                <a:uFillTx/>
                <a:latin typeface="Amiri"/>
                <a:ea typeface="Cascadia Mono"/>
              </a:rPr>
              <a:t>int</a:t>
            </a:r>
            <a:r>
              <a:rPr lang="en-IN" sz="950" b="0" u="none" strike="noStrike" dirty="0">
                <a:solidFill>
                  <a:srgbClr val="000000"/>
                </a:solidFill>
                <a:effectLst/>
                <a:uFillTx/>
                <a:latin typeface="Amiri"/>
                <a:ea typeface="Cascadia Mono"/>
              </a:rPr>
              <a:t> offset = 0;</a:t>
            </a:r>
            <a:endParaRPr lang="en-IN" sz="950" b="0" u="none" strike="noStrike" dirty="0">
              <a:solidFill>
                <a:srgbClr val="000000"/>
              </a:solidFill>
              <a:effectLst/>
              <a:uFillTx/>
              <a:latin typeface="Arial"/>
            </a:endParaRPr>
          </a:p>
          <a:p>
            <a:pPr indent="0">
              <a:lnSpc>
                <a:spcPct val="100000"/>
              </a:lnSpc>
              <a:buNone/>
              <a:tabLst>
                <a:tab pos="0" algn="l"/>
              </a:tabLst>
            </a:pPr>
            <a:r>
              <a:rPr lang="en-IN" sz="950" b="0" u="none" strike="noStrike" dirty="0">
                <a:solidFill>
                  <a:srgbClr val="000000"/>
                </a:solidFill>
                <a:effectLst/>
                <a:uFillTx/>
                <a:latin typeface="Amiri"/>
                <a:ea typeface="Cascadia Mono"/>
              </a:rPr>
              <a:t>    </a:t>
            </a:r>
            <a:r>
              <a:rPr lang="en-IN" sz="950" b="0" u="none" strike="noStrike" dirty="0">
                <a:solidFill>
                  <a:srgbClr val="0000FF"/>
                </a:solidFill>
                <a:effectLst/>
                <a:uFillTx/>
                <a:latin typeface="Amiri"/>
                <a:ea typeface="Cascadia Mono"/>
              </a:rPr>
              <a:t>int</a:t>
            </a:r>
            <a:r>
              <a:rPr lang="en-IN" sz="950" b="0" u="none" strike="noStrike" dirty="0">
                <a:solidFill>
                  <a:srgbClr val="000000"/>
                </a:solidFill>
                <a:effectLst/>
                <a:uFillTx/>
                <a:latin typeface="Amiri"/>
                <a:ea typeface="Cascadia Mono"/>
              </a:rPr>
              <a:t> token = </a:t>
            </a:r>
            <a:r>
              <a:rPr lang="en-IN" sz="950" b="0" u="none" strike="noStrike" dirty="0" err="1">
                <a:solidFill>
                  <a:srgbClr val="000000"/>
                </a:solidFill>
                <a:effectLst/>
                <a:uFillTx/>
                <a:latin typeface="Amiri"/>
                <a:ea typeface="Cascadia Mono"/>
              </a:rPr>
              <a:t>getCurrentToken</a:t>
            </a:r>
            <a:r>
              <a:rPr lang="en-IN" sz="950" b="0" u="none" strike="noStrike" dirty="0">
                <a:solidFill>
                  <a:srgbClr val="000000"/>
                </a:solidFill>
                <a:effectLst/>
                <a:uFillTx/>
                <a:latin typeface="Amiri"/>
                <a:ea typeface="Cascadia Mono"/>
              </a:rPr>
              <a:t>();</a:t>
            </a:r>
            <a:br>
              <a:rPr sz="950" dirty="0"/>
            </a:br>
            <a:r>
              <a:rPr lang="en-IN" sz="950" b="0" u="none" strike="noStrike" dirty="0">
                <a:solidFill>
                  <a:srgbClr val="000000"/>
                </a:solidFill>
                <a:effectLst/>
                <a:uFillTx/>
                <a:latin typeface="Amiri"/>
                <a:ea typeface="Cascadia Mono"/>
              </a:rPr>
              <a:t>    ...</a:t>
            </a:r>
            <a:br>
              <a:rPr sz="950" dirty="0"/>
            </a:br>
            <a:r>
              <a:rPr lang="en-IN" sz="900" b="0" u="none" strike="noStrike" dirty="0">
                <a:solidFill>
                  <a:srgbClr val="000000"/>
                </a:solidFill>
                <a:effectLst/>
                <a:uFillTx/>
                <a:latin typeface="Amiri"/>
                <a:ea typeface="Cascadia Mono"/>
              </a:rPr>
              <a:t>    </a:t>
            </a:r>
            <a:r>
              <a:rPr lang="en-IN" sz="900" b="0" u="none" strike="noStrike" dirty="0">
                <a:solidFill>
                  <a:srgbClr val="0000FF"/>
                </a:solidFill>
                <a:effectLst/>
                <a:uFillTx/>
                <a:latin typeface="Amiri"/>
                <a:ea typeface="Cascadia Mono"/>
              </a:rPr>
              <a:t>else</a:t>
            </a:r>
            <a:r>
              <a:rPr lang="en-IN" sz="900" b="0" u="none" strike="noStrike" dirty="0">
                <a:solidFill>
                  <a:srgbClr val="000000"/>
                </a:solidFill>
                <a:effectLst/>
                <a:uFillTx/>
                <a:latin typeface="Amiri"/>
                <a:ea typeface="Cascadia Mono"/>
              </a:rPr>
              <a:t> </a:t>
            </a:r>
            <a:r>
              <a:rPr lang="en-IN" sz="900" b="0" u="none" strike="noStrike" dirty="0">
                <a:solidFill>
                  <a:srgbClr val="0000FF"/>
                </a:solidFill>
                <a:effectLst/>
                <a:uFillTx/>
                <a:latin typeface="Amiri"/>
                <a:ea typeface="Cascadia Mono"/>
              </a:rPr>
              <a:t>if</a:t>
            </a:r>
            <a:r>
              <a:rPr lang="en-IN" sz="900" b="0" u="none" strike="noStrike" dirty="0">
                <a:solidFill>
                  <a:srgbClr val="000000"/>
                </a:solidFill>
                <a:effectLst/>
                <a:uFillTx/>
                <a:latin typeface="Amiri"/>
                <a:ea typeface="Cascadia Mono"/>
              </a:rPr>
              <a:t> (token == </a:t>
            </a:r>
            <a:r>
              <a:rPr lang="en-IN" sz="900" b="0" u="none" strike="noStrike" dirty="0">
                <a:solidFill>
                  <a:srgbClr val="6F008A"/>
                </a:solidFill>
                <a:effectLst/>
                <a:uFillTx/>
                <a:latin typeface="Amiri"/>
                <a:ea typeface="Cascadia Mono"/>
              </a:rPr>
              <a:t>ID</a:t>
            </a:r>
            <a:r>
              <a:rPr lang="en-IN" sz="900" b="0" u="none" strike="noStrike" dirty="0">
                <a:solidFill>
                  <a:srgbClr val="000000"/>
                </a:solidFill>
                <a:effectLst/>
                <a:uFillTx/>
                <a:latin typeface="Amiri"/>
                <a:ea typeface="Cascadia Mono"/>
              </a:rPr>
              <a:t>)</a:t>
            </a:r>
            <a:endParaRPr lang="en-IN" sz="900" b="0" u="none" strike="noStrike" dirty="0">
              <a:solidFill>
                <a:srgbClr val="000000"/>
              </a:solidFill>
              <a:effectLst/>
              <a:uFillTx/>
              <a:latin typeface="Arial"/>
            </a:endParaRPr>
          </a:p>
          <a:p>
            <a:pPr indent="0">
              <a:lnSpc>
                <a:spcPct val="100000"/>
              </a:lnSpc>
              <a:buNone/>
              <a:tabLst>
                <a:tab pos="0" algn="l"/>
              </a:tabLst>
            </a:pPr>
            <a:r>
              <a:rPr lang="en-IN" sz="900" b="0" u="none" strike="noStrike" dirty="0">
                <a:solidFill>
                  <a:srgbClr val="000000"/>
                </a:solidFill>
                <a:effectLst/>
                <a:uFillTx/>
                <a:latin typeface="Amiri"/>
                <a:ea typeface="Cascadia Mono"/>
              </a:rPr>
              <a:t>   {</a:t>
            </a:r>
            <a:endParaRPr lang="en-IN" sz="900" b="0" u="none" strike="noStrike" dirty="0">
              <a:solidFill>
                <a:srgbClr val="000000"/>
              </a:solidFill>
              <a:effectLst/>
              <a:uFillTx/>
              <a:latin typeface="Arial"/>
            </a:endParaRPr>
          </a:p>
          <a:p>
            <a:pPr indent="0">
              <a:lnSpc>
                <a:spcPct val="100000"/>
              </a:lnSpc>
              <a:buNone/>
              <a:tabLst>
                <a:tab pos="0" algn="l"/>
              </a:tabLst>
            </a:pPr>
            <a:r>
              <a:rPr lang="en-IN" sz="900" b="0" u="none" strike="noStrike" dirty="0">
                <a:solidFill>
                  <a:srgbClr val="000000"/>
                </a:solidFill>
                <a:effectLst/>
                <a:uFillTx/>
                <a:latin typeface="Amiri"/>
                <a:ea typeface="Cascadia Mono"/>
              </a:rPr>
              <a:t>      t = </a:t>
            </a:r>
            <a:r>
              <a:rPr lang="en-IN" sz="900" b="0" u="none" strike="noStrike" dirty="0" err="1">
                <a:solidFill>
                  <a:srgbClr val="000000"/>
                </a:solidFill>
                <a:effectLst/>
                <a:uFillTx/>
                <a:latin typeface="Amiri"/>
                <a:ea typeface="Cascadia Mono"/>
              </a:rPr>
              <a:t>newExpNode</a:t>
            </a:r>
            <a:r>
              <a:rPr lang="en-IN" sz="900" b="0" u="none" strike="noStrike" dirty="0">
                <a:solidFill>
                  <a:srgbClr val="000000"/>
                </a:solidFill>
                <a:effectLst/>
                <a:uFillTx/>
                <a:latin typeface="Amiri"/>
                <a:ea typeface="Cascadia Mono"/>
              </a:rPr>
              <a:t>(</a:t>
            </a:r>
            <a:r>
              <a:rPr lang="en-IN" sz="900" b="0" u="none" strike="noStrike" dirty="0">
                <a:solidFill>
                  <a:srgbClr val="2F4F4F"/>
                </a:solidFill>
                <a:effectLst/>
                <a:uFillTx/>
                <a:latin typeface="Amiri"/>
                <a:ea typeface="Cascadia Mono"/>
              </a:rPr>
              <a:t>IDEN</a:t>
            </a:r>
            <a:r>
              <a:rPr lang="en-IN" sz="900" b="0" u="none" strike="noStrike" dirty="0">
                <a:solidFill>
                  <a:srgbClr val="000000"/>
                </a:solidFill>
                <a:effectLst/>
                <a:uFillTx/>
                <a:latin typeface="Amiri"/>
                <a:ea typeface="Cascadia Mono"/>
              </a:rPr>
              <a:t>);</a:t>
            </a:r>
            <a:endParaRPr lang="en-IN" sz="900" b="0" u="none" strike="noStrike" dirty="0">
              <a:solidFill>
                <a:srgbClr val="000000"/>
              </a:solidFill>
              <a:effectLst/>
              <a:uFillTx/>
              <a:latin typeface="Arial"/>
            </a:endParaRPr>
          </a:p>
          <a:p>
            <a:pPr indent="0">
              <a:lnSpc>
                <a:spcPct val="100000"/>
              </a:lnSpc>
              <a:buNone/>
              <a:tabLst>
                <a:tab pos="0" algn="l"/>
              </a:tabLst>
            </a:pPr>
            <a:r>
              <a:rPr lang="en-IN" sz="900" b="0" u="none" strike="noStrike" dirty="0">
                <a:solidFill>
                  <a:srgbClr val="000000"/>
                </a:solidFill>
                <a:effectLst/>
                <a:uFillTx/>
                <a:latin typeface="Amiri"/>
                <a:ea typeface="Cascadia Mono"/>
              </a:rPr>
              <a:t>      *</a:t>
            </a:r>
            <a:r>
              <a:rPr lang="en-IN" sz="900" b="0" u="none" strike="noStrike" dirty="0" err="1">
                <a:solidFill>
                  <a:srgbClr val="808080"/>
                </a:solidFill>
                <a:effectLst/>
                <a:uFillTx/>
                <a:latin typeface="Amiri"/>
                <a:ea typeface="Cascadia Mono"/>
              </a:rPr>
              <a:t>IsPrim</a:t>
            </a:r>
            <a:r>
              <a:rPr lang="en-IN" sz="900" b="0" u="none" strike="noStrike" dirty="0">
                <a:solidFill>
                  <a:srgbClr val="000000"/>
                </a:solidFill>
                <a:effectLst/>
                <a:uFillTx/>
                <a:latin typeface="Amiri"/>
                <a:ea typeface="Cascadia Mono"/>
              </a:rPr>
              <a:t> = </a:t>
            </a:r>
            <a:r>
              <a:rPr lang="en-IN" sz="900" b="0" u="none" strike="noStrike" dirty="0">
                <a:solidFill>
                  <a:srgbClr val="2F4F4F"/>
                </a:solidFill>
                <a:effectLst/>
                <a:uFillTx/>
                <a:latin typeface="Amiri"/>
                <a:ea typeface="Cascadia Mono"/>
              </a:rPr>
              <a:t>True</a:t>
            </a:r>
            <a:r>
              <a:rPr lang="en-IN" sz="900" b="0" u="none" strike="noStrike" dirty="0">
                <a:solidFill>
                  <a:srgbClr val="000000"/>
                </a:solidFill>
                <a:effectLst/>
                <a:uFillTx/>
                <a:latin typeface="Amiri"/>
                <a:ea typeface="Cascadia Mono"/>
              </a:rPr>
              <a:t>;</a:t>
            </a:r>
            <a:endParaRPr lang="en-IN" sz="900" b="0" u="none" strike="noStrike" dirty="0">
              <a:solidFill>
                <a:srgbClr val="000000"/>
              </a:solidFill>
              <a:effectLst/>
              <a:uFillTx/>
              <a:latin typeface="Arial"/>
            </a:endParaRPr>
          </a:p>
          <a:p>
            <a:pPr indent="0">
              <a:lnSpc>
                <a:spcPct val="100000"/>
              </a:lnSpc>
              <a:buNone/>
              <a:tabLst>
                <a:tab pos="0" algn="l"/>
              </a:tabLst>
            </a:pPr>
            <a:r>
              <a:rPr lang="en-IN" sz="900" b="0" u="none" strike="noStrike" dirty="0">
                <a:solidFill>
                  <a:srgbClr val="000000"/>
                </a:solidFill>
                <a:effectLst/>
                <a:uFillTx/>
                <a:latin typeface="Amiri"/>
                <a:ea typeface="Cascadia Mono"/>
              </a:rPr>
              <a:t>      </a:t>
            </a:r>
            <a:r>
              <a:rPr lang="en-IN" sz="900" b="0" u="none" strike="noStrike" dirty="0">
                <a:solidFill>
                  <a:srgbClr val="0000FF"/>
                </a:solidFill>
                <a:effectLst/>
                <a:uFillTx/>
                <a:latin typeface="Amiri"/>
                <a:ea typeface="Cascadia Mono"/>
              </a:rPr>
              <a:t>if</a:t>
            </a:r>
            <a:r>
              <a:rPr lang="en-IN" sz="900" b="0" u="none" strike="noStrike" dirty="0">
                <a:solidFill>
                  <a:srgbClr val="000000"/>
                </a:solidFill>
                <a:effectLst/>
                <a:uFillTx/>
                <a:latin typeface="Amiri"/>
                <a:ea typeface="Cascadia Mono"/>
              </a:rPr>
              <a:t> (lookahead() == </a:t>
            </a:r>
            <a:r>
              <a:rPr lang="en-IN" sz="900" b="0" u="none" strike="noStrike" dirty="0">
                <a:solidFill>
                  <a:srgbClr val="A31515"/>
                </a:solidFill>
                <a:effectLst/>
                <a:uFillTx/>
                <a:latin typeface="Amiri"/>
                <a:ea typeface="Cascadia Mono"/>
              </a:rPr>
              <a:t>';'</a:t>
            </a:r>
            <a:r>
              <a:rPr lang="en-IN" sz="900" b="0" u="none" strike="noStrike" dirty="0">
                <a:solidFill>
                  <a:srgbClr val="000000"/>
                </a:solidFill>
                <a:effectLst/>
                <a:uFillTx/>
                <a:latin typeface="Amiri"/>
                <a:ea typeface="Cascadia Mono"/>
              </a:rPr>
              <a:t>) </a:t>
            </a:r>
            <a:r>
              <a:rPr lang="en-IN" sz="900" b="0" u="none" strike="noStrike" dirty="0">
                <a:solidFill>
                  <a:srgbClr val="000000"/>
                </a:solidFill>
                <a:effectLst/>
                <a:highlight>
                  <a:srgbClr val="FFFFA6"/>
                </a:highlight>
                <a:uFillTx/>
                <a:latin typeface="Amiri"/>
                <a:ea typeface="Cascadia Mono"/>
              </a:rPr>
              <a:t>// Successful Termination condition</a:t>
            </a:r>
            <a:endParaRPr lang="en-IN" sz="900" b="0" u="none" strike="noStrike" dirty="0">
              <a:solidFill>
                <a:srgbClr val="000000"/>
              </a:solidFill>
              <a:effectLst/>
              <a:uFillTx/>
              <a:latin typeface="Arial"/>
            </a:endParaRPr>
          </a:p>
          <a:p>
            <a:pPr indent="0">
              <a:lnSpc>
                <a:spcPct val="100000"/>
              </a:lnSpc>
              <a:buNone/>
              <a:tabLst>
                <a:tab pos="0" algn="l"/>
              </a:tabLst>
            </a:pPr>
            <a:r>
              <a:rPr lang="en-IN" sz="900" b="0" u="none" strike="noStrike" dirty="0">
                <a:solidFill>
                  <a:srgbClr val="000000"/>
                </a:solidFill>
                <a:effectLst/>
                <a:uFillTx/>
                <a:latin typeface="Amiri"/>
                <a:ea typeface="Cascadia Mono"/>
              </a:rPr>
              <a:t>      {</a:t>
            </a:r>
            <a:endParaRPr lang="en-IN" sz="900" b="0" u="none" strike="noStrike" dirty="0">
              <a:solidFill>
                <a:srgbClr val="000000"/>
              </a:solidFill>
              <a:effectLst/>
              <a:uFillTx/>
              <a:latin typeface="Arial"/>
            </a:endParaRPr>
          </a:p>
          <a:p>
            <a:pPr indent="0">
              <a:lnSpc>
                <a:spcPct val="100000"/>
              </a:lnSpc>
              <a:buNone/>
              <a:tabLst>
                <a:tab pos="0" algn="l"/>
              </a:tabLst>
            </a:pPr>
            <a:r>
              <a:rPr lang="en-IN" sz="900" b="0" u="none" strike="noStrike" dirty="0">
                <a:solidFill>
                  <a:srgbClr val="000000"/>
                </a:solidFill>
                <a:effectLst/>
                <a:uFillTx/>
                <a:latin typeface="Amiri"/>
                <a:ea typeface="Cascadia Mono"/>
              </a:rPr>
              <a:t>          </a:t>
            </a:r>
            <a:r>
              <a:rPr lang="en-IN" sz="900" b="0" u="none" strike="noStrike" dirty="0" err="1">
                <a:solidFill>
                  <a:srgbClr val="6F008A"/>
                </a:solidFill>
                <a:effectLst/>
                <a:uFillTx/>
                <a:latin typeface="Amiri"/>
                <a:ea typeface="Cascadia Mono"/>
              </a:rPr>
              <a:t>getNextToken</a:t>
            </a:r>
            <a:r>
              <a:rPr lang="en-IN" sz="900" b="0" u="none" strike="noStrike" dirty="0">
                <a:solidFill>
                  <a:srgbClr val="000000"/>
                </a:solidFill>
                <a:effectLst/>
                <a:uFillTx/>
                <a:latin typeface="Amiri"/>
                <a:ea typeface="Cascadia Mono"/>
              </a:rPr>
              <a:t>();</a:t>
            </a:r>
            <a:endParaRPr lang="en-IN" sz="900" b="0" u="none" strike="noStrike" dirty="0">
              <a:solidFill>
                <a:srgbClr val="000000"/>
              </a:solidFill>
              <a:effectLst/>
              <a:uFillTx/>
              <a:latin typeface="Arial"/>
            </a:endParaRPr>
          </a:p>
          <a:p>
            <a:pPr indent="0">
              <a:lnSpc>
                <a:spcPct val="100000"/>
              </a:lnSpc>
              <a:buNone/>
              <a:tabLst>
                <a:tab pos="0" algn="l"/>
              </a:tabLst>
            </a:pPr>
            <a:r>
              <a:rPr lang="en-IN" sz="900" b="0" u="none" strike="noStrike" dirty="0">
                <a:solidFill>
                  <a:srgbClr val="000000"/>
                </a:solidFill>
                <a:effectLst/>
                <a:uFillTx/>
                <a:latin typeface="Amiri"/>
                <a:ea typeface="Cascadia Mono"/>
              </a:rPr>
              <a:t>          </a:t>
            </a:r>
            <a:r>
              <a:rPr lang="en-IN" sz="900" b="0" u="none" strike="noStrike" dirty="0">
                <a:solidFill>
                  <a:srgbClr val="0000FF"/>
                </a:solidFill>
                <a:effectLst/>
                <a:uFillTx/>
                <a:latin typeface="Amiri"/>
                <a:ea typeface="Cascadia Mono"/>
              </a:rPr>
              <a:t>return</a:t>
            </a:r>
            <a:r>
              <a:rPr lang="en-IN" sz="900" b="0" u="none" strike="noStrike" dirty="0">
                <a:solidFill>
                  <a:srgbClr val="000000"/>
                </a:solidFill>
                <a:effectLst/>
                <a:uFillTx/>
                <a:latin typeface="Amiri"/>
                <a:ea typeface="Cascadia Mono"/>
              </a:rPr>
              <a:t> t;</a:t>
            </a:r>
            <a:endParaRPr lang="en-IN" sz="900" b="0" u="none" strike="noStrike" dirty="0">
              <a:solidFill>
                <a:srgbClr val="000000"/>
              </a:solidFill>
              <a:effectLst/>
              <a:uFillTx/>
              <a:latin typeface="Arial"/>
            </a:endParaRPr>
          </a:p>
          <a:p>
            <a:pPr indent="0">
              <a:lnSpc>
                <a:spcPct val="100000"/>
              </a:lnSpc>
              <a:buNone/>
              <a:tabLst>
                <a:tab pos="0" algn="l"/>
              </a:tabLst>
            </a:pPr>
            <a:r>
              <a:rPr lang="en-IN" sz="900" b="0" u="none" strike="noStrike" dirty="0">
                <a:solidFill>
                  <a:srgbClr val="000000"/>
                </a:solidFill>
                <a:effectLst/>
                <a:uFillTx/>
                <a:latin typeface="Amiri"/>
                <a:ea typeface="Cascadia Mono"/>
              </a:rPr>
              <a:t>      }</a:t>
            </a:r>
            <a:br>
              <a:rPr sz="900" dirty="0"/>
            </a:br>
            <a:r>
              <a:rPr lang="en-IN" sz="900" b="0" u="none" strike="noStrike" dirty="0">
                <a:solidFill>
                  <a:srgbClr val="000000"/>
                </a:solidFill>
                <a:effectLst/>
                <a:uFillTx/>
                <a:latin typeface="Amiri"/>
                <a:ea typeface="Cascadia Mono"/>
              </a:rPr>
              <a:t>       ...</a:t>
            </a:r>
            <a:br>
              <a:rPr sz="1000" dirty="0"/>
            </a:br>
            <a:r>
              <a:rPr lang="en-IN" sz="1000" b="0" u="none" strike="noStrike" dirty="0">
                <a:solidFill>
                  <a:srgbClr val="000000"/>
                </a:solidFill>
                <a:effectLst/>
                <a:uFillTx/>
                <a:latin typeface="Amiri"/>
                <a:ea typeface="Cascadia Mono"/>
              </a:rPr>
              <a:t>   </a:t>
            </a:r>
            <a:br>
              <a:rPr sz="1000" dirty="0"/>
            </a:br>
            <a:br>
              <a:rPr sz="1000" dirty="0"/>
            </a:br>
            <a:r>
              <a:rPr lang="en-IN" sz="1000" b="0" u="none" strike="noStrike" dirty="0">
                <a:solidFill>
                  <a:srgbClr val="000000"/>
                </a:solidFill>
                <a:effectLst/>
                <a:uFillTx/>
                <a:latin typeface="Amiri"/>
                <a:ea typeface="Cascadia Mono"/>
              </a:rPr>
              <a:t> </a:t>
            </a:r>
            <a:endParaRPr lang="en-IN" sz="1000" b="0" u="none" strike="noStrike" dirty="0">
              <a:solidFill>
                <a:srgbClr val="000000"/>
              </a:solidFill>
              <a:effectLst/>
              <a:uFillTx/>
              <a:latin typeface="Arial"/>
            </a:endParaRPr>
          </a:p>
          <a:p>
            <a:pPr marL="720000" indent="0">
              <a:lnSpc>
                <a:spcPct val="100000"/>
              </a:lnSpc>
              <a:buNone/>
              <a:tabLst>
                <a:tab pos="0" algn="l"/>
              </a:tabLst>
            </a:pPr>
            <a:endParaRPr lang="en-IN" sz="1000" b="0" u="none" strike="noStrike" dirty="0">
              <a:solidFill>
                <a:srgbClr val="000000"/>
              </a:solidFill>
              <a:effectLst/>
              <a:uFillTx/>
              <a:latin typeface="Arial"/>
            </a:endParaRPr>
          </a:p>
        </p:txBody>
      </p:sp>
      <p:sp>
        <p:nvSpPr>
          <p:cNvPr id="4" name="PlaceHolder 3"/>
          <p:cNvSpPr>
            <a:spLocks noGrp="1"/>
          </p:cNvSpPr>
          <p:nvPr>
            <p:ph type="sldNum" idx="3"/>
          </p:nvPr>
        </p:nvSpPr>
        <p:spPr/>
        <p:txBody>
          <a:bodyPr/>
          <a:lstStyle/>
          <a:p>
            <a:fld id="{D735CBCA-BEBC-44D9-AB52-EE22BB7D06AA}" type="slidenum">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262856" y="122529"/>
            <a:ext cx="9817769" cy="507831"/>
          </a:xfrm>
          <a:prstGeom prst="rect">
            <a:avLst/>
          </a:prstGeom>
          <a:noFill/>
          <a:ln w="0">
            <a:noFill/>
          </a:ln>
        </p:spPr>
        <p:txBody>
          <a:bodyPr wrap="square" lIns="0" tIns="0" rIns="0" bIns="0" anchor="ctr">
            <a:spAutoFit/>
          </a:bodyPr>
          <a:lstStyle/>
          <a:p>
            <a:pPr algn="ctr">
              <a:lnSpc>
                <a:spcPct val="100000"/>
              </a:lnSpc>
              <a:tabLst>
                <a:tab pos="0" algn="l"/>
              </a:tabLst>
            </a:pPr>
            <a:r>
              <a:rPr lang="en-IN" sz="3300" dirty="0">
                <a:solidFill>
                  <a:srgbClr val="EEEEEE"/>
                </a:solidFill>
              </a:rPr>
              <a:t>Designing expression parser- </a:t>
            </a:r>
            <a:r>
              <a:rPr lang="en-IN" sz="3300" b="0" u="none" strike="noStrike" dirty="0">
                <a:solidFill>
                  <a:srgbClr val="EEEEEE"/>
                </a:solidFill>
                <a:effectLst/>
                <a:uFillTx/>
                <a:latin typeface="Arial"/>
              </a:rPr>
              <a:t>Termination condition</a:t>
            </a:r>
            <a:endParaRPr lang="en-IN" sz="3300" b="0" u="none" strike="noStrike" dirty="0">
              <a:solidFill>
                <a:srgbClr val="000000"/>
              </a:solidFill>
              <a:effectLst/>
              <a:uFillTx/>
              <a:latin typeface="Arial"/>
            </a:endParaRPr>
          </a:p>
        </p:txBody>
      </p:sp>
      <p:sp>
        <p:nvSpPr>
          <p:cNvPr id="87" name="PlaceHolder 2"/>
          <p:cNvSpPr>
            <a:spLocks noGrp="1"/>
          </p:cNvSpPr>
          <p:nvPr>
            <p:ph/>
          </p:nvPr>
        </p:nvSpPr>
        <p:spPr>
          <a:xfrm>
            <a:off x="360000" y="720720"/>
            <a:ext cx="9358200" cy="538560"/>
          </a:xfrm>
          <a:prstGeom prst="rect">
            <a:avLst/>
          </a:prstGeom>
          <a:noFill/>
          <a:ln w="0">
            <a:noFill/>
          </a:ln>
        </p:spPr>
        <p:txBody>
          <a:bodyPr lIns="0" tIns="0" rIns="0" bIns="0" anchor="t">
            <a:noAutofit/>
          </a:bodyPr>
          <a:lstStyle/>
          <a:p>
            <a:pPr indent="0">
              <a:lnSpc>
                <a:spcPct val="100000"/>
              </a:lnSpc>
              <a:buNone/>
              <a:tabLst>
                <a:tab pos="0" algn="l"/>
              </a:tabLst>
            </a:pPr>
            <a:br>
              <a:rPr sz="900"/>
            </a:br>
            <a:r>
              <a:rPr lang="en-IN" sz="900" b="0" u="none" strike="noStrike">
                <a:solidFill>
                  <a:srgbClr val="000000"/>
                </a:solidFill>
                <a:effectLst/>
                <a:uFillTx/>
                <a:latin typeface="Amiri"/>
                <a:ea typeface="Microsoft YaHei"/>
              </a:rPr>
              <a:t>the part of C code for the conditional_expression grammar is given below, in the code we are giving 2 different return values, for one condition if we have ‘?’ operator then we will return tree t because we are going to call more recursions such as t-&gt;child[1] = expression() or </a:t>
            </a:r>
            <a:r>
              <a:rPr lang="en-IN" sz="900" b="0" u="none" strike="noStrike">
                <a:solidFill>
                  <a:srgbClr val="000000"/>
                </a:solidFill>
                <a:effectLst/>
                <a:uFillTx/>
                <a:latin typeface="Amiri"/>
                <a:ea typeface="Cascadia Mono"/>
              </a:rPr>
              <a:t>t2-&gt;child[0] = conditional_expression() hence if we are returning at end of the function as t3 the treenode t maybe lost due to overwriting of t3(stack restoring) when returning from the inner recursion </a:t>
            </a:r>
            <a:r>
              <a:rPr lang="en-IN" sz="900" b="0" u="none" strike="noStrike">
                <a:solidFill>
                  <a:srgbClr val="000000"/>
                </a:solidFill>
                <a:effectLst/>
                <a:uFillTx/>
                <a:latin typeface="Amiri"/>
                <a:ea typeface="Microsoft YaHei"/>
              </a:rPr>
              <a:t>such as t-&gt;child[1] = expression() or </a:t>
            </a:r>
            <a:r>
              <a:rPr lang="en-IN" sz="900" b="0" u="none" strike="noStrike">
                <a:solidFill>
                  <a:srgbClr val="000000"/>
                </a:solidFill>
                <a:effectLst/>
                <a:uFillTx/>
                <a:latin typeface="Amiri"/>
                <a:ea typeface="Cascadia Mono"/>
              </a:rPr>
              <a:t>t2-&gt;child[0] = conditional_expression()  hence we need to return t as soon as possible, similar issue can be seen in unary_expression </a:t>
            </a:r>
            <a:br>
              <a:rPr sz="900"/>
            </a:br>
            <a:br>
              <a:rPr sz="900"/>
            </a:br>
            <a:endParaRPr lang="en-IN" sz="900" b="0" u="none" strike="noStrike">
              <a:solidFill>
                <a:srgbClr val="000000"/>
              </a:solidFill>
              <a:effectLst/>
              <a:uFillTx/>
              <a:latin typeface="Arial"/>
            </a:endParaRPr>
          </a:p>
          <a:p>
            <a:pPr indent="0">
              <a:lnSpc>
                <a:spcPct val="100000"/>
              </a:lnSpc>
              <a:buNone/>
              <a:tabLst>
                <a:tab pos="0" algn="l"/>
              </a:tabLst>
            </a:pPr>
            <a:br>
              <a:rPr sz="900"/>
            </a:br>
            <a:r>
              <a:rPr lang="en-IN" sz="900" b="0" u="none" strike="noStrike">
                <a:solidFill>
                  <a:srgbClr val="000000"/>
                </a:solidFill>
                <a:effectLst/>
                <a:uFillTx/>
                <a:latin typeface="Amiri"/>
                <a:ea typeface="Cascadia Mono"/>
              </a:rPr>
              <a:t>   </a:t>
            </a:r>
            <a:br>
              <a:rPr sz="900"/>
            </a:br>
            <a:br>
              <a:rPr sz="900"/>
            </a:br>
            <a:r>
              <a:rPr lang="en-IN" sz="900" b="0" u="none" strike="noStrike">
                <a:solidFill>
                  <a:srgbClr val="000000"/>
                </a:solidFill>
                <a:effectLst/>
                <a:uFillTx/>
                <a:latin typeface="Amiri"/>
                <a:ea typeface="Cascadia Mono"/>
              </a:rPr>
              <a:t> </a:t>
            </a:r>
            <a:endParaRPr lang="en-IN" sz="900" b="0" u="none" strike="noStrike">
              <a:solidFill>
                <a:srgbClr val="000000"/>
              </a:solidFill>
              <a:effectLst/>
              <a:uFillTx/>
              <a:latin typeface="Arial"/>
            </a:endParaRPr>
          </a:p>
          <a:p>
            <a:pPr marL="720000" indent="0">
              <a:lnSpc>
                <a:spcPct val="100000"/>
              </a:lnSpc>
              <a:buNone/>
              <a:tabLst>
                <a:tab pos="0" algn="l"/>
              </a:tabLst>
            </a:pPr>
            <a:endParaRPr lang="en-IN" sz="900" b="0" u="none" strike="noStrike">
              <a:solidFill>
                <a:srgbClr val="000000"/>
              </a:solidFill>
              <a:effectLst/>
              <a:uFillTx/>
              <a:latin typeface="Arial"/>
            </a:endParaRPr>
          </a:p>
        </p:txBody>
      </p:sp>
      <p:sp>
        <p:nvSpPr>
          <p:cNvPr id="88" name="Rectangle 87"/>
          <p:cNvSpPr/>
          <p:nvPr/>
        </p:nvSpPr>
        <p:spPr>
          <a:xfrm>
            <a:off x="360000" y="1440000"/>
            <a:ext cx="4859280" cy="2428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IN" sz="900" b="0" u="none" strike="noStrike">
                <a:solidFill>
                  <a:srgbClr val="2B91AF"/>
                </a:solidFill>
                <a:effectLst/>
                <a:uFillTx/>
                <a:latin typeface="Amiri"/>
                <a:ea typeface="Cascadia Mono"/>
              </a:rPr>
              <a:t>TreeNode</a:t>
            </a:r>
            <a:r>
              <a:rPr lang="en-IN" sz="900" b="0" u="none" strike="noStrike">
                <a:solidFill>
                  <a:srgbClr val="000000"/>
                </a:solidFill>
                <a:effectLst/>
                <a:uFillTx/>
                <a:latin typeface="Amiri"/>
                <a:ea typeface="Cascadia Mono"/>
              </a:rPr>
              <a:t>* conditional_expression()</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printf(</a:t>
            </a:r>
            <a:r>
              <a:rPr lang="en-IN" sz="900" b="0" u="none" strike="noStrike">
                <a:solidFill>
                  <a:srgbClr val="A31515"/>
                </a:solidFill>
                <a:effectLst/>
                <a:uFillTx/>
                <a:latin typeface="Amiri"/>
                <a:ea typeface="Cascadia Mono"/>
              </a:rPr>
              <a:t>"frame: %s tok:%d tok_str:%s\n"</a:t>
            </a:r>
            <a:r>
              <a:rPr lang="en-IN" sz="900" b="0" u="none" strike="noStrike">
                <a:solidFill>
                  <a:srgbClr val="000000"/>
                </a:solidFill>
                <a:effectLst/>
                <a:uFillTx/>
                <a:latin typeface="Amiri"/>
                <a:ea typeface="Cascadia Mono"/>
              </a:rPr>
              <a:t>, __func__, getCurrentToken(), getTokenString()-&gt;str);</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r>
              <a:rPr lang="en-IN" sz="900" b="0" u="none" strike="noStrike">
                <a:solidFill>
                  <a:srgbClr val="2B91AF"/>
                </a:solidFill>
                <a:effectLst/>
                <a:uFillTx/>
                <a:latin typeface="Amiri"/>
                <a:ea typeface="Cascadia Mono"/>
              </a:rPr>
              <a:t>TreeNode</a:t>
            </a:r>
            <a:r>
              <a:rPr lang="en-IN" sz="900" b="0" u="none" strike="noStrike">
                <a:solidFill>
                  <a:srgbClr val="000000"/>
                </a:solidFill>
                <a:effectLst/>
                <a:uFillTx/>
                <a:latin typeface="Amiri"/>
                <a:ea typeface="Cascadia Mono"/>
              </a:rPr>
              <a:t>* t = </a:t>
            </a:r>
            <a:r>
              <a:rPr lang="en-IN" sz="900" b="0" u="none" strike="noStrike">
                <a:solidFill>
                  <a:srgbClr val="6F008A"/>
                </a:solidFill>
                <a:effectLst/>
                <a:uFillTx/>
                <a:latin typeface="Amiri"/>
                <a:ea typeface="Cascadia Mono"/>
              </a:rPr>
              <a:t>NULL</a:t>
            </a:r>
            <a:r>
              <a:rPr lang="en-IN" sz="900" b="0" u="none" strike="noStrike">
                <a:solidFill>
                  <a:srgbClr val="000000"/>
                </a:solidFill>
                <a:effectLst/>
                <a:uFillTx/>
                <a:latin typeface="Amiri"/>
                <a:ea typeface="Cascadia Mono"/>
              </a:rPr>
              <a:t>,*t2= </a:t>
            </a:r>
            <a:r>
              <a:rPr lang="en-IN" sz="900" b="0" u="none" strike="noStrike">
                <a:solidFill>
                  <a:srgbClr val="6F008A"/>
                </a:solidFill>
                <a:effectLst/>
                <a:uFillTx/>
                <a:latin typeface="Amiri"/>
                <a:ea typeface="Cascadia Mono"/>
              </a:rPr>
              <a:t>NULL</a:t>
            </a:r>
            <a:r>
              <a:rPr lang="en-IN" sz="900" b="0" u="none" strike="noStrike">
                <a:solidFill>
                  <a:srgbClr val="000000"/>
                </a:solidFill>
                <a:effectLst/>
                <a:uFillTx/>
                <a:latin typeface="Amiri"/>
                <a:ea typeface="Cascadia Mono"/>
              </a:rPr>
              <a:t>,*t3= </a:t>
            </a:r>
            <a:r>
              <a:rPr lang="en-IN" sz="900" b="0" u="none" strike="noStrike">
                <a:solidFill>
                  <a:srgbClr val="6F008A"/>
                </a:solidFill>
                <a:effectLst/>
                <a:uFillTx/>
                <a:latin typeface="Amiri"/>
                <a:ea typeface="Cascadia Mono"/>
              </a:rPr>
              <a:t>NULL</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t3 = logical_OR_expression();</a:t>
            </a:r>
            <a:endParaRPr lang="en-IN" sz="900" b="0" u="none" strike="noStrike">
              <a:solidFill>
                <a:srgbClr val="000000"/>
              </a:solidFill>
              <a:effectLst/>
              <a:uFillTx/>
              <a:latin typeface="Arial"/>
            </a:endParaRPr>
          </a:p>
          <a:p>
            <a:pPr>
              <a:lnSpc>
                <a:spcPct val="100000"/>
              </a:lnSpc>
              <a:tabLst>
                <a:tab pos="0" algn="l"/>
              </a:tabLst>
            </a:pP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r>
              <a:rPr lang="en-IN" sz="900" b="0" u="none" strike="noStrike">
                <a:solidFill>
                  <a:srgbClr val="008000"/>
                </a:solidFill>
                <a:effectLst/>
                <a:uFillTx/>
                <a:latin typeface="Amiri"/>
                <a:ea typeface="Cascadia Mono"/>
              </a:rPr>
              <a:t>//white_spaces();</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int</a:t>
            </a:r>
            <a:r>
              <a:rPr lang="en-IN" sz="900" b="0" u="none" strike="noStrike">
                <a:solidFill>
                  <a:srgbClr val="000000"/>
                </a:solidFill>
                <a:effectLst/>
                <a:uFillTx/>
                <a:latin typeface="Amiri"/>
                <a:ea typeface="Cascadia Mono"/>
              </a:rPr>
              <a:t> tok = getCurrentToken();</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if</a:t>
            </a:r>
            <a:r>
              <a:rPr lang="en-IN" sz="900" b="0" u="none" strike="noStrike">
                <a:solidFill>
                  <a:srgbClr val="000000"/>
                </a:solidFill>
                <a:effectLst/>
                <a:uFillTx/>
                <a:latin typeface="Amiri"/>
                <a:ea typeface="Cascadia Mono"/>
              </a:rPr>
              <a:t> (tok == </a:t>
            </a:r>
            <a:r>
              <a:rPr lang="en-IN" sz="900" b="0" u="none" strike="noStrike">
                <a:solidFill>
                  <a:srgbClr val="A31515"/>
                </a:solidFill>
                <a:effectLst/>
                <a:uFillTx/>
                <a:latin typeface="Amiri"/>
                <a:ea typeface="Cascadia Mono"/>
              </a:rPr>
              <a:t>'?'</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t = newStmtNode(</a:t>
            </a:r>
            <a:r>
              <a:rPr lang="en-IN" sz="900" b="0" u="none" strike="noStrike">
                <a:solidFill>
                  <a:srgbClr val="2F4F4F"/>
                </a:solidFill>
                <a:effectLst/>
                <a:uFillTx/>
                <a:latin typeface="Amiri"/>
                <a:ea typeface="Cascadia Mono"/>
              </a:rPr>
              <a:t>If</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t2 = newStmtNode(</a:t>
            </a:r>
            <a:r>
              <a:rPr lang="en-IN" sz="900" b="0" u="none" strike="noStrike">
                <a:solidFill>
                  <a:srgbClr val="2F4F4F"/>
                </a:solidFill>
                <a:effectLst/>
                <a:uFillTx/>
                <a:latin typeface="Amiri"/>
                <a:ea typeface="Cascadia Mono"/>
              </a:rPr>
              <a:t>Else</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t-&gt;child[0] = t3;</a:t>
            </a:r>
            <a:br>
              <a:rPr sz="900"/>
            </a:b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r>
              <a:rPr lang="en-IN" sz="900" b="0" u="none" strike="noStrike">
                <a:solidFill>
                  <a:srgbClr val="6F008A"/>
                </a:solidFill>
                <a:effectLst/>
                <a:uFillTx/>
                <a:latin typeface="Amiri"/>
                <a:ea typeface="Cascadia Mono"/>
              </a:rPr>
              <a:t>checkEOF</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r>
              <a:rPr lang="en-IN" sz="900" b="0" u="none" strike="noStrike">
                <a:solidFill>
                  <a:srgbClr val="6F008A"/>
                </a:solidFill>
                <a:effectLst/>
                <a:uFillTx/>
                <a:latin typeface="Amiri"/>
                <a:ea typeface="Cascadia Mono"/>
              </a:rPr>
              <a:t>getNextToken</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t-&gt;child[1] = expression();</a:t>
            </a:r>
            <a:endParaRPr lang="en-IN" sz="900" b="0" u="none" strike="noStrike">
              <a:solidFill>
                <a:srgbClr val="000000"/>
              </a:solidFill>
              <a:effectLst/>
              <a:uFillTx/>
              <a:latin typeface="Arial"/>
            </a:endParaRPr>
          </a:p>
        </p:txBody>
      </p:sp>
      <p:sp>
        <p:nvSpPr>
          <p:cNvPr id="89" name="Rectangle 88"/>
          <p:cNvSpPr/>
          <p:nvPr/>
        </p:nvSpPr>
        <p:spPr>
          <a:xfrm>
            <a:off x="5400000" y="1620000"/>
            <a:ext cx="4319280" cy="229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if</a:t>
            </a:r>
            <a:r>
              <a:rPr lang="en-IN" sz="900" b="0" u="none" strike="noStrike">
                <a:solidFill>
                  <a:srgbClr val="000000"/>
                </a:solidFill>
                <a:effectLst/>
                <a:uFillTx/>
                <a:latin typeface="Amiri"/>
                <a:ea typeface="Cascadia Mono"/>
              </a:rPr>
              <a:t> ((tok = getCurrentToken()) != </a:t>
            </a:r>
            <a:r>
              <a:rPr lang="en-IN" sz="900" b="0" u="none" strike="noStrike">
                <a:solidFill>
                  <a:srgbClr val="A31515"/>
                </a:solidFill>
                <a:effectLst/>
                <a:uFillTx/>
                <a:latin typeface="Amiri"/>
                <a:ea typeface="Cascadia Mono"/>
              </a:rPr>
              <a:t>':'</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printf(</a:t>
            </a:r>
            <a:r>
              <a:rPr lang="en-IN" sz="900" b="0" u="none" strike="noStrike">
                <a:solidFill>
                  <a:srgbClr val="A31515"/>
                </a:solidFill>
                <a:effectLst/>
                <a:uFillTx/>
                <a:latin typeface="Amiri"/>
                <a:ea typeface="Cascadia Mono"/>
              </a:rPr>
              <a:t>"error: expected ':' \n"</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r>
              <a:rPr lang="en-IN" sz="900" b="0" u="none" strike="noStrike">
                <a:solidFill>
                  <a:srgbClr val="6F008A"/>
                </a:solidFill>
                <a:effectLst/>
                <a:uFillTx/>
                <a:latin typeface="Amiri"/>
                <a:ea typeface="Cascadia Mono"/>
              </a:rPr>
              <a:t>_exit</a:t>
            </a:r>
            <a:r>
              <a:rPr lang="en-IN" sz="900" b="0" u="none" strike="noStrike">
                <a:solidFill>
                  <a:srgbClr val="000000"/>
                </a:solidFill>
                <a:effectLst/>
                <a:uFillTx/>
                <a:latin typeface="Amiri"/>
                <a:ea typeface="Cascadia Mono"/>
              </a:rPr>
              <a:t>(0);</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endParaRPr lang="en-IN" sz="900" b="0" u="none" strike="noStrike">
              <a:solidFill>
                <a:srgbClr val="000000"/>
              </a:solidFill>
              <a:effectLst/>
              <a:uFillTx/>
              <a:latin typeface="Arial"/>
            </a:endParaRPr>
          </a:p>
          <a:p>
            <a:pPr>
              <a:lnSpc>
                <a:spcPct val="100000"/>
              </a:lnSpc>
            </a:pP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r>
              <a:rPr lang="en-IN" sz="900" b="0" u="none" strike="noStrike">
                <a:solidFill>
                  <a:srgbClr val="6F008A"/>
                </a:solidFill>
                <a:effectLst/>
                <a:uFillTx/>
                <a:latin typeface="Amiri"/>
                <a:ea typeface="Cascadia Mono"/>
              </a:rPr>
              <a:t>checkEOF</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r>
              <a:rPr lang="en-IN" sz="900" b="0" u="none" strike="noStrike">
                <a:solidFill>
                  <a:srgbClr val="6F008A"/>
                </a:solidFill>
                <a:effectLst/>
                <a:uFillTx/>
                <a:latin typeface="Amiri"/>
                <a:ea typeface="Cascadia Mono"/>
              </a:rPr>
              <a:t>getNextToken</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t2-&gt;child[0] = conditional_expression();</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t-&gt;child[2] = t2;</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return</a:t>
            </a:r>
            <a:r>
              <a:rPr lang="en-IN" sz="900" b="0" u="none" strike="noStrike">
                <a:solidFill>
                  <a:srgbClr val="000000"/>
                </a:solidFill>
                <a:effectLst/>
                <a:uFillTx/>
                <a:latin typeface="Amiri"/>
                <a:ea typeface="Cascadia Mono"/>
              </a:rPr>
              <a:t> t;</a:t>
            </a:r>
            <a:endParaRPr lang="en-IN" sz="900" b="0" u="none" strike="noStrike">
              <a:solidFill>
                <a:srgbClr val="000000"/>
              </a:solidFill>
              <a:effectLst/>
              <a:uFillTx/>
              <a:latin typeface="Arial"/>
            </a:endParaRPr>
          </a:p>
          <a:p>
            <a:pPr>
              <a:lnSpc>
                <a:spcPct val="100000"/>
              </a:lnSpc>
            </a:pP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return</a:t>
            </a:r>
            <a:r>
              <a:rPr lang="en-IN" sz="900" b="0" u="none" strike="noStrike">
                <a:solidFill>
                  <a:srgbClr val="000000"/>
                </a:solidFill>
                <a:effectLst/>
                <a:uFillTx/>
                <a:latin typeface="Amiri"/>
                <a:ea typeface="Cascadia Mono"/>
              </a:rPr>
              <a:t> t3;</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p:txBody>
      </p:sp>
      <p:sp>
        <p:nvSpPr>
          <p:cNvPr id="4" name="PlaceHolder 3"/>
          <p:cNvSpPr>
            <a:spLocks noGrp="1"/>
          </p:cNvSpPr>
          <p:nvPr>
            <p:ph type="sldNum" idx="3"/>
          </p:nvPr>
        </p:nvSpPr>
        <p:spPr/>
        <p:txBody>
          <a:bodyPr/>
          <a:lstStyle/>
          <a:p>
            <a:fld id="{95138A3F-0BD1-431E-97B3-AE2B0541B0F6}" type="slidenum">
              <a:rP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8060" y="149169"/>
            <a:ext cx="10175400" cy="507831"/>
          </a:xfrm>
          <a:prstGeom prst="rect">
            <a:avLst/>
          </a:prstGeom>
          <a:noFill/>
          <a:ln w="0">
            <a:noFill/>
          </a:ln>
        </p:spPr>
        <p:txBody>
          <a:bodyPr wrap="square" lIns="0" tIns="0" rIns="0" bIns="0" anchor="ctr">
            <a:spAutoFit/>
          </a:bodyPr>
          <a:lstStyle/>
          <a:p>
            <a:pPr algn="ctr">
              <a:lnSpc>
                <a:spcPct val="100000"/>
              </a:lnSpc>
              <a:tabLst>
                <a:tab pos="0" algn="l"/>
              </a:tabLst>
            </a:pPr>
            <a:r>
              <a:rPr lang="en-IN" sz="3300" dirty="0">
                <a:solidFill>
                  <a:srgbClr val="EEEEEE"/>
                </a:solidFill>
              </a:rPr>
              <a:t>Designing expression parser- </a:t>
            </a:r>
            <a:r>
              <a:rPr lang="en-IN" sz="3300" b="0" u="none" strike="noStrike" dirty="0">
                <a:solidFill>
                  <a:srgbClr val="EEEEEE"/>
                </a:solidFill>
                <a:effectLst/>
                <a:uFillTx/>
                <a:latin typeface="Arial"/>
              </a:rPr>
              <a:t>Conflicts in Termination</a:t>
            </a:r>
            <a:endParaRPr lang="en-IN" sz="3300" b="0" u="none" strike="noStrike" dirty="0">
              <a:solidFill>
                <a:srgbClr val="000000"/>
              </a:solidFill>
              <a:effectLst/>
              <a:uFillTx/>
              <a:latin typeface="Arial"/>
            </a:endParaRPr>
          </a:p>
        </p:txBody>
      </p:sp>
      <p:sp>
        <p:nvSpPr>
          <p:cNvPr id="91" name="PlaceHolder 3"/>
          <p:cNvSpPr/>
          <p:nvPr/>
        </p:nvSpPr>
        <p:spPr>
          <a:xfrm>
            <a:off x="180000" y="657000"/>
            <a:ext cx="9719280" cy="538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br>
              <a:rPr sz="1000"/>
            </a:br>
            <a:r>
              <a:rPr lang="en-IN" sz="1000" b="0" u="none" strike="noStrike">
                <a:solidFill>
                  <a:srgbClr val="000000"/>
                </a:solidFill>
                <a:effectLst/>
                <a:uFillTx/>
                <a:latin typeface="Arial"/>
                <a:ea typeface="Microsoft YaHei"/>
              </a:rPr>
              <a:t>There is a conflict for unary_expression to know the bottom node are postfix or primary expression based on which unary_expression can do it’s operation properly or else there will be conflict i.e. for </a:t>
            </a:r>
            <a:r>
              <a:rPr lang="en-IN" sz="1000" b="1" u="none" strike="noStrike">
                <a:solidFill>
                  <a:srgbClr val="000000"/>
                </a:solidFill>
                <a:effectLst/>
                <a:uFillTx/>
                <a:latin typeface="Arial"/>
                <a:ea typeface="Microsoft YaHei"/>
              </a:rPr>
              <a:t>++ </a:t>
            </a:r>
            <a:r>
              <a:rPr lang="en-IN" sz="1000" b="0" u="none" strike="noStrike">
                <a:solidFill>
                  <a:srgbClr val="000000"/>
                </a:solidFill>
                <a:effectLst/>
                <a:uFillTx/>
                <a:latin typeface="Arial"/>
                <a:ea typeface="Microsoft YaHei"/>
              </a:rPr>
              <a:t>operator</a:t>
            </a:r>
            <a:r>
              <a:rPr lang="en-IN" sz="1000" b="1" u="none" strike="noStrike">
                <a:solidFill>
                  <a:srgbClr val="000000"/>
                </a:solidFill>
                <a:effectLst/>
                <a:uFillTx/>
                <a:latin typeface="Arial"/>
                <a:ea typeface="Microsoft YaHei"/>
              </a:rPr>
              <a:t> </a:t>
            </a:r>
            <a:r>
              <a:rPr lang="en-IN" sz="1000" b="0" u="none" strike="noStrike">
                <a:solidFill>
                  <a:srgbClr val="000000"/>
                </a:solidFill>
                <a:effectLst/>
                <a:uFillTx/>
                <a:latin typeface="Arial"/>
                <a:ea typeface="Microsoft YaHei"/>
              </a:rPr>
              <a:t>the next token should be</a:t>
            </a:r>
            <a:r>
              <a:rPr lang="en-IN" sz="1000" b="1" u="none" strike="noStrike">
                <a:solidFill>
                  <a:srgbClr val="000000"/>
                </a:solidFill>
                <a:effectLst/>
                <a:uFillTx/>
                <a:latin typeface="Arial"/>
                <a:ea typeface="Microsoft YaHei"/>
              </a:rPr>
              <a:t> identifier or -&gt; or . </a:t>
            </a:r>
            <a:r>
              <a:rPr lang="en-IN" sz="1000" b="0" u="none" strike="noStrike">
                <a:solidFill>
                  <a:srgbClr val="000000"/>
                </a:solidFill>
                <a:effectLst/>
                <a:uFillTx/>
                <a:latin typeface="Arial"/>
                <a:ea typeface="Microsoft YaHei"/>
              </a:rPr>
              <a:t>, so we need to have feedback mechanism whether it’s a postfix expression or primary expression, so we </a:t>
            </a:r>
            <a:r>
              <a:rPr lang="en-IN" sz="1000" b="1" u="none" strike="noStrike">
                <a:solidFill>
                  <a:srgbClr val="000000"/>
                </a:solidFill>
                <a:effectLst/>
                <a:uFillTx/>
                <a:latin typeface="Arial"/>
                <a:ea typeface="Microsoft YaHei"/>
              </a:rPr>
              <a:t>add boolean pointer variable as function parameter</a:t>
            </a:r>
            <a:r>
              <a:rPr lang="en-IN" sz="1000" b="0" u="none" strike="noStrike">
                <a:solidFill>
                  <a:srgbClr val="000000"/>
                </a:solidFill>
                <a:effectLst/>
                <a:uFillTx/>
                <a:latin typeface="Arial"/>
                <a:ea typeface="Microsoft YaHei"/>
              </a:rPr>
              <a:t> to get the feedback.</a:t>
            </a:r>
            <a:br>
              <a:rPr sz="1000"/>
            </a:br>
            <a:br>
              <a:rPr sz="1000"/>
            </a:br>
            <a:br>
              <a:rPr sz="1000"/>
            </a:br>
            <a:br>
              <a:rPr sz="1000"/>
            </a:br>
            <a:r>
              <a:rPr lang="en-IN" sz="1000" b="0" u="none" strike="noStrike">
                <a:solidFill>
                  <a:srgbClr val="000000"/>
                </a:solidFill>
                <a:effectLst/>
                <a:uFillTx/>
                <a:latin typeface="Amiri"/>
                <a:ea typeface="Cascadia Mono"/>
              </a:rPr>
              <a:t>   </a:t>
            </a:r>
            <a:br>
              <a:rPr sz="1000"/>
            </a:br>
            <a:br>
              <a:rPr sz="1000"/>
            </a:br>
            <a:r>
              <a:rPr lang="en-IN" sz="1000" b="0" u="none" strike="noStrike">
                <a:solidFill>
                  <a:srgbClr val="000000"/>
                </a:solidFill>
                <a:effectLst/>
                <a:uFillTx/>
                <a:latin typeface="Amiri"/>
                <a:ea typeface="Cascadia Mono"/>
              </a:rPr>
              <a:t> </a:t>
            </a:r>
            <a:endParaRPr lang="en-IN" sz="1000" b="0" u="none" strike="noStrike">
              <a:solidFill>
                <a:srgbClr val="000000"/>
              </a:solidFill>
              <a:effectLst/>
              <a:uFillTx/>
              <a:latin typeface="Arial"/>
            </a:endParaRPr>
          </a:p>
          <a:p>
            <a:pPr marL="720000">
              <a:lnSpc>
                <a:spcPct val="100000"/>
              </a:lnSpc>
              <a:tabLst>
                <a:tab pos="0" algn="l"/>
              </a:tabLst>
            </a:pPr>
            <a:endParaRPr lang="en-IN" sz="1000" b="0" u="none" strike="noStrike">
              <a:solidFill>
                <a:srgbClr val="000000"/>
              </a:solidFill>
              <a:effectLst/>
              <a:uFillTx/>
              <a:latin typeface="Arial"/>
            </a:endParaRPr>
          </a:p>
        </p:txBody>
      </p:sp>
      <p:sp>
        <p:nvSpPr>
          <p:cNvPr id="92" name="PlaceHolder 6"/>
          <p:cNvSpPr/>
          <p:nvPr/>
        </p:nvSpPr>
        <p:spPr>
          <a:xfrm>
            <a:off x="360000" y="1261080"/>
            <a:ext cx="4319280" cy="2878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IN" sz="950" b="0" u="none" strike="noStrike">
                <a:solidFill>
                  <a:srgbClr val="2B91AF"/>
                </a:solidFill>
                <a:effectLst/>
                <a:uFillTx/>
                <a:latin typeface="Amiri"/>
                <a:ea typeface="Cascadia Mono"/>
              </a:rPr>
              <a:t>TreeNode</a:t>
            </a:r>
            <a:r>
              <a:rPr lang="en-IN" sz="950" b="0" u="none" strike="noStrike">
                <a:solidFill>
                  <a:srgbClr val="000000"/>
                </a:solidFill>
                <a:effectLst/>
                <a:uFillTx/>
                <a:latin typeface="Amiri"/>
                <a:ea typeface="Cascadia Mono"/>
              </a:rPr>
              <a:t>* primary_expression(</a:t>
            </a:r>
            <a:r>
              <a:rPr lang="en-IN" sz="1000" b="1" u="none" strike="noStrike">
                <a:solidFill>
                  <a:srgbClr val="2B91AF"/>
                </a:solidFill>
                <a:effectLst/>
                <a:uFillTx/>
                <a:latin typeface="Amiri"/>
                <a:ea typeface="Cascadia Mono"/>
              </a:rPr>
              <a:t>bool_t</a:t>
            </a:r>
            <a:r>
              <a:rPr lang="en-IN" sz="1000" b="1" u="none" strike="noStrike">
                <a:solidFill>
                  <a:srgbClr val="000000"/>
                </a:solidFill>
                <a:effectLst/>
                <a:uFillTx/>
                <a:latin typeface="Amiri"/>
                <a:ea typeface="Cascadia Mono"/>
              </a:rPr>
              <a:t>* </a:t>
            </a:r>
            <a:r>
              <a:rPr lang="en-IN" sz="1000" b="1" u="none" strike="noStrike">
                <a:solidFill>
                  <a:srgbClr val="808080"/>
                </a:solidFill>
                <a:effectLst/>
                <a:uFillTx/>
                <a:latin typeface="Amiri"/>
                <a:ea typeface="Cascadia Mono"/>
              </a:rPr>
              <a:t>IsPrim</a:t>
            </a:r>
            <a:r>
              <a:rPr lang="en-IN" sz="950" b="0" u="none" strike="noStrike">
                <a:solidFill>
                  <a:srgbClr val="000000"/>
                </a:solidFill>
                <a:effectLst/>
                <a:uFillTx/>
                <a:latin typeface="Amiri"/>
                <a:ea typeface="Cascadia Mono"/>
              </a:rPr>
              <a:t>)</a:t>
            </a:r>
            <a:endParaRPr lang="en-IN" sz="950" b="0" u="none" strike="noStrike">
              <a:solidFill>
                <a:srgbClr val="000000"/>
              </a:solidFill>
              <a:effectLst/>
              <a:uFillTx/>
              <a:latin typeface="Arial"/>
            </a:endParaRPr>
          </a:p>
          <a:p>
            <a:pPr>
              <a:lnSpc>
                <a:spcPct val="100000"/>
              </a:lnSpc>
              <a:tabLst>
                <a:tab pos="0" algn="l"/>
              </a:tabLst>
            </a:pPr>
            <a:r>
              <a:rPr lang="en-IN" sz="1000" b="0" u="none" strike="noStrike">
                <a:solidFill>
                  <a:srgbClr val="000000"/>
                </a:solidFill>
                <a:effectLst/>
                <a:uFillTx/>
                <a:latin typeface="Amiri"/>
                <a:ea typeface="Cascadia Mono"/>
              </a:rPr>
              <a:t>{</a:t>
            </a:r>
            <a:endParaRPr lang="en-IN" sz="1000" b="0" u="none" strike="noStrike">
              <a:solidFill>
                <a:srgbClr val="000000"/>
              </a:solidFill>
              <a:effectLst/>
              <a:uFillTx/>
              <a:latin typeface="Arial"/>
            </a:endParaRPr>
          </a:p>
          <a:p>
            <a:pPr>
              <a:lnSpc>
                <a:spcPct val="100000"/>
              </a:lnSpc>
              <a:tabLst>
                <a:tab pos="0" algn="l"/>
              </a:tabLst>
            </a:pPr>
            <a:r>
              <a:rPr lang="en-IN" sz="950" b="0" u="none" strike="noStrike">
                <a:solidFill>
                  <a:srgbClr val="000000"/>
                </a:solidFill>
                <a:effectLst/>
                <a:uFillTx/>
                <a:latin typeface="Amiri"/>
                <a:ea typeface="Cascadia Mono"/>
              </a:rPr>
              <a:t>    </a:t>
            </a:r>
            <a:r>
              <a:rPr lang="en-IN" sz="950" b="0" u="none" strike="noStrike">
                <a:solidFill>
                  <a:srgbClr val="2B91AF"/>
                </a:solidFill>
                <a:effectLst/>
                <a:uFillTx/>
                <a:latin typeface="Amiri"/>
                <a:ea typeface="Cascadia Mono"/>
              </a:rPr>
              <a:t>TreeNode</a:t>
            </a:r>
            <a:r>
              <a:rPr lang="en-IN" sz="950" b="0" u="none" strike="noStrike">
                <a:solidFill>
                  <a:srgbClr val="000000"/>
                </a:solidFill>
                <a:effectLst/>
                <a:uFillTx/>
                <a:latin typeface="Amiri"/>
                <a:ea typeface="Cascadia Mono"/>
              </a:rPr>
              <a:t>* t = </a:t>
            </a:r>
            <a:r>
              <a:rPr lang="en-IN" sz="950" b="0" u="none" strike="noStrike">
                <a:solidFill>
                  <a:srgbClr val="6F008A"/>
                </a:solidFill>
                <a:effectLst/>
                <a:uFillTx/>
                <a:latin typeface="Amiri"/>
                <a:ea typeface="Cascadia Mono"/>
              </a:rPr>
              <a:t>NULL</a:t>
            </a:r>
            <a:r>
              <a:rPr lang="en-IN" sz="950" b="0" u="none" strike="noStrike">
                <a:solidFill>
                  <a:srgbClr val="000000"/>
                </a:solidFill>
                <a:effectLst/>
                <a:uFillTx/>
                <a:latin typeface="Amiri"/>
                <a:ea typeface="Cascadia Mono"/>
              </a:rPr>
              <a:t>;</a:t>
            </a:r>
            <a:endParaRPr lang="en-IN" sz="950" b="0" u="none" strike="noStrike">
              <a:solidFill>
                <a:srgbClr val="000000"/>
              </a:solidFill>
              <a:effectLst/>
              <a:uFillTx/>
              <a:latin typeface="Arial"/>
            </a:endParaRPr>
          </a:p>
          <a:p>
            <a:pPr>
              <a:lnSpc>
                <a:spcPct val="100000"/>
              </a:lnSpc>
              <a:tabLst>
                <a:tab pos="0" algn="l"/>
              </a:tabLst>
            </a:pPr>
            <a:r>
              <a:rPr lang="en-IN" sz="950" b="0" u="none" strike="noStrike">
                <a:solidFill>
                  <a:srgbClr val="000000"/>
                </a:solidFill>
                <a:effectLst/>
                <a:uFillTx/>
                <a:latin typeface="Amiri"/>
                <a:ea typeface="Cascadia Mono"/>
              </a:rPr>
              <a:t>    </a:t>
            </a:r>
            <a:r>
              <a:rPr lang="en-IN" sz="950" b="0" u="none" strike="noStrike">
                <a:solidFill>
                  <a:srgbClr val="0000FF"/>
                </a:solidFill>
                <a:effectLst/>
                <a:uFillTx/>
                <a:latin typeface="Amiri"/>
                <a:ea typeface="Cascadia Mono"/>
              </a:rPr>
              <a:t>int</a:t>
            </a:r>
            <a:r>
              <a:rPr lang="en-IN" sz="950" b="0" u="none" strike="noStrike">
                <a:solidFill>
                  <a:srgbClr val="000000"/>
                </a:solidFill>
                <a:effectLst/>
                <a:uFillTx/>
                <a:latin typeface="Amiri"/>
                <a:ea typeface="Cascadia Mono"/>
              </a:rPr>
              <a:t> offset = 0;</a:t>
            </a:r>
            <a:endParaRPr lang="en-IN" sz="950" b="0" u="none" strike="noStrike">
              <a:solidFill>
                <a:srgbClr val="000000"/>
              </a:solidFill>
              <a:effectLst/>
              <a:uFillTx/>
              <a:latin typeface="Arial"/>
            </a:endParaRPr>
          </a:p>
          <a:p>
            <a:pPr>
              <a:lnSpc>
                <a:spcPct val="100000"/>
              </a:lnSpc>
              <a:tabLst>
                <a:tab pos="0" algn="l"/>
              </a:tabLst>
            </a:pPr>
            <a:r>
              <a:rPr lang="en-IN" sz="950" b="0" u="none" strike="noStrike">
                <a:solidFill>
                  <a:srgbClr val="000000"/>
                </a:solidFill>
                <a:effectLst/>
                <a:uFillTx/>
                <a:latin typeface="Amiri"/>
                <a:ea typeface="Cascadia Mono"/>
              </a:rPr>
              <a:t>    </a:t>
            </a:r>
            <a:r>
              <a:rPr lang="en-IN" sz="950" b="0" u="none" strike="noStrike">
                <a:solidFill>
                  <a:srgbClr val="0000FF"/>
                </a:solidFill>
                <a:effectLst/>
                <a:uFillTx/>
                <a:latin typeface="Amiri"/>
                <a:ea typeface="Cascadia Mono"/>
              </a:rPr>
              <a:t>int</a:t>
            </a:r>
            <a:r>
              <a:rPr lang="en-IN" sz="950" b="0" u="none" strike="noStrike">
                <a:solidFill>
                  <a:srgbClr val="000000"/>
                </a:solidFill>
                <a:effectLst/>
                <a:uFillTx/>
                <a:latin typeface="Amiri"/>
                <a:ea typeface="Cascadia Mono"/>
              </a:rPr>
              <a:t> token = getCurrentToken(); </a:t>
            </a:r>
            <a:br>
              <a:rPr sz="950"/>
            </a:br>
            <a:r>
              <a:rPr lang="en-IN" sz="950" b="0" u="none" strike="noStrike">
                <a:solidFill>
                  <a:srgbClr val="000000"/>
                </a:solidFill>
                <a:effectLst/>
                <a:uFillTx/>
                <a:latin typeface="Amiri"/>
                <a:ea typeface="Cascadia Mono"/>
              </a:rPr>
              <a:t>    ... </a:t>
            </a:r>
            <a:br>
              <a:rPr sz="950"/>
            </a:b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else</a:t>
            </a: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if</a:t>
            </a:r>
            <a:r>
              <a:rPr lang="en-IN" sz="900" b="0" u="none" strike="noStrike">
                <a:solidFill>
                  <a:srgbClr val="000000"/>
                </a:solidFill>
                <a:effectLst/>
                <a:uFillTx/>
                <a:latin typeface="Amiri"/>
                <a:ea typeface="Cascadia Mono"/>
              </a:rPr>
              <a:t> (token == </a:t>
            </a:r>
            <a:r>
              <a:rPr lang="en-IN" sz="900" b="0" u="none" strike="noStrike">
                <a:solidFill>
                  <a:srgbClr val="6F008A"/>
                </a:solidFill>
                <a:effectLst/>
                <a:uFillTx/>
                <a:latin typeface="Amiri"/>
                <a:ea typeface="Cascadia Mono"/>
              </a:rPr>
              <a:t>ID</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t = newExpNode(</a:t>
            </a:r>
            <a:r>
              <a:rPr lang="en-IN" sz="900" b="0" u="none" strike="noStrike">
                <a:solidFill>
                  <a:srgbClr val="2F4F4F"/>
                </a:solidFill>
                <a:effectLst/>
                <a:uFillTx/>
                <a:latin typeface="Amiri"/>
                <a:ea typeface="Cascadia Mono"/>
              </a:rPr>
              <a:t>IDEN</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r>
              <a:rPr lang="en-IN" sz="900" b="0" u="none" strike="noStrike">
                <a:solidFill>
                  <a:srgbClr val="808080"/>
                </a:solidFill>
                <a:effectLst/>
                <a:uFillTx/>
                <a:latin typeface="Amiri"/>
                <a:ea typeface="Cascadia Mono"/>
              </a:rPr>
              <a:t>IsPrim</a:t>
            </a:r>
            <a:r>
              <a:rPr lang="en-IN" sz="900" b="0" u="none" strike="noStrike">
                <a:solidFill>
                  <a:srgbClr val="000000"/>
                </a:solidFill>
                <a:effectLst/>
                <a:uFillTx/>
                <a:latin typeface="Amiri"/>
                <a:ea typeface="Cascadia Mono"/>
              </a:rPr>
              <a:t> = </a:t>
            </a:r>
            <a:r>
              <a:rPr lang="en-IN" sz="900" b="0" u="none" strike="noStrike">
                <a:solidFill>
                  <a:srgbClr val="2F4F4F"/>
                </a:solidFill>
                <a:effectLst/>
                <a:uFillTx/>
                <a:latin typeface="Amiri"/>
                <a:ea typeface="Cascadia Mono"/>
              </a:rPr>
              <a:t>True</a:t>
            </a:r>
            <a:r>
              <a:rPr lang="en-IN" sz="900" b="0" u="none" strike="noStrike">
                <a:solidFill>
                  <a:srgbClr val="000000"/>
                </a:solidFill>
                <a:effectLst/>
                <a:uFillTx/>
                <a:latin typeface="Amiri"/>
                <a:ea typeface="Cascadia Mono"/>
              </a:rPr>
              <a:t>;</a:t>
            </a:r>
            <a:br>
              <a:rPr sz="900"/>
            </a:br>
            <a:r>
              <a:rPr lang="en-IN" sz="900" b="0" u="none" strike="noStrike">
                <a:solidFill>
                  <a:srgbClr val="000000"/>
                </a:solidFill>
                <a:effectLst/>
                <a:uFillTx/>
                <a:latin typeface="Amiri"/>
                <a:ea typeface="Cascadia Mono"/>
              </a:rPr>
              <a:t>       ...</a:t>
            </a:r>
            <a:br>
              <a:rPr sz="1000"/>
            </a:br>
            <a:r>
              <a:rPr lang="en-IN" sz="900" b="0" u="none" strike="noStrike">
                <a:solidFill>
                  <a:srgbClr val="000000"/>
                </a:solidFill>
                <a:effectLst/>
                <a:uFillTx/>
                <a:latin typeface="Amiri"/>
                <a:ea typeface="Cascadia Mono"/>
              </a:rPr>
              <a:t>{</a:t>
            </a:r>
            <a:br>
              <a:rPr sz="900"/>
            </a:br>
            <a:r>
              <a:rPr lang="en-IN" sz="900" b="0" u="none" strike="noStrike">
                <a:solidFill>
                  <a:srgbClr val="2B91AF"/>
                </a:solidFill>
                <a:effectLst/>
                <a:uFillTx/>
                <a:latin typeface="Amiri"/>
                <a:ea typeface="Cascadia Mono"/>
              </a:rPr>
              <a:t>TreeNode</a:t>
            </a:r>
            <a:r>
              <a:rPr lang="en-IN" sz="900" b="0" u="none" strike="noStrike">
                <a:solidFill>
                  <a:srgbClr val="000000"/>
                </a:solidFill>
                <a:effectLst/>
                <a:uFillTx/>
                <a:latin typeface="Amiri"/>
                <a:ea typeface="Cascadia Mono"/>
              </a:rPr>
              <a:t>* postfix_expression(</a:t>
            </a:r>
            <a:r>
              <a:rPr lang="en-IN" sz="1000" b="1" u="none" strike="noStrike">
                <a:solidFill>
                  <a:srgbClr val="2B91AF"/>
                </a:solidFill>
                <a:effectLst/>
                <a:uFillTx/>
                <a:latin typeface="Amiri"/>
                <a:ea typeface="Cascadia Mono"/>
              </a:rPr>
              <a:t>bool_t</a:t>
            </a:r>
            <a:r>
              <a:rPr lang="en-IN" sz="1000" b="1" u="none" strike="noStrike">
                <a:solidFill>
                  <a:srgbClr val="000000"/>
                </a:solidFill>
                <a:effectLst/>
                <a:uFillTx/>
                <a:latin typeface="Amiri"/>
                <a:ea typeface="Cascadia Mono"/>
              </a:rPr>
              <a:t>* </a:t>
            </a:r>
            <a:r>
              <a:rPr lang="en-IN" sz="1000" b="1" u="none" strike="noStrike">
                <a:solidFill>
                  <a:srgbClr val="808080"/>
                </a:solidFill>
                <a:effectLst/>
                <a:uFillTx/>
                <a:latin typeface="Amiri"/>
                <a:ea typeface="Cascadia Mono"/>
              </a:rPr>
              <a:t>IsPost</a:t>
            </a:r>
            <a:r>
              <a:rPr lang="en-IN" sz="1000" b="1" u="none" strike="noStrike">
                <a:solidFill>
                  <a:srgbClr val="000000"/>
                </a:solidFill>
                <a:effectLst/>
                <a:uFillTx/>
                <a:latin typeface="Amiri"/>
                <a:ea typeface="Cascadia Mono"/>
              </a:rPr>
              <a:t>, </a:t>
            </a:r>
            <a:r>
              <a:rPr lang="en-IN" sz="1000" b="1" u="none" strike="noStrike">
                <a:solidFill>
                  <a:srgbClr val="2B91AF"/>
                </a:solidFill>
                <a:effectLst/>
                <a:uFillTx/>
                <a:latin typeface="Amiri"/>
                <a:ea typeface="Cascadia Mono"/>
              </a:rPr>
              <a:t>bool_t</a:t>
            </a:r>
            <a:r>
              <a:rPr lang="en-IN" sz="1000" b="1" u="none" strike="noStrike">
                <a:solidFill>
                  <a:srgbClr val="000000"/>
                </a:solidFill>
                <a:effectLst/>
                <a:uFillTx/>
                <a:latin typeface="Amiri"/>
                <a:ea typeface="Cascadia Mono"/>
              </a:rPr>
              <a:t>* </a:t>
            </a:r>
            <a:r>
              <a:rPr lang="en-IN" sz="1000" b="1" u="none" strike="noStrike">
                <a:solidFill>
                  <a:srgbClr val="808080"/>
                </a:solidFill>
                <a:effectLst/>
                <a:uFillTx/>
                <a:latin typeface="Amiri"/>
                <a:ea typeface="Cascadia Mono"/>
              </a:rPr>
              <a:t>IsPrim_g</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r>
              <a:rPr lang="en-IN" sz="900" b="0" u="none" strike="noStrike">
                <a:solidFill>
                  <a:srgbClr val="2B91AF"/>
                </a:solidFill>
                <a:effectLst/>
                <a:uFillTx/>
                <a:latin typeface="Amiri"/>
                <a:ea typeface="Cascadia Mono"/>
              </a:rPr>
              <a:t>TreeNode</a:t>
            </a:r>
            <a:r>
              <a:rPr lang="en-IN" sz="900" b="0" u="none" strike="noStrike">
                <a:solidFill>
                  <a:srgbClr val="000000"/>
                </a:solidFill>
                <a:effectLst/>
                <a:uFillTx/>
                <a:latin typeface="Amiri"/>
                <a:ea typeface="Cascadia Mono"/>
              </a:rPr>
              <a:t>* t,*t2;</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int</a:t>
            </a:r>
            <a:r>
              <a:rPr lang="en-IN" sz="900" b="0" u="none" strike="noStrike">
                <a:solidFill>
                  <a:srgbClr val="000000"/>
                </a:solidFill>
                <a:effectLst/>
                <a:uFillTx/>
                <a:latin typeface="Amiri"/>
                <a:ea typeface="Cascadia Mono"/>
              </a:rPr>
              <a:t> tok;</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r>
              <a:rPr lang="en-IN" sz="900" b="0" u="none" strike="noStrike">
                <a:solidFill>
                  <a:srgbClr val="2B91AF"/>
                </a:solidFill>
                <a:effectLst/>
                <a:uFillTx/>
                <a:latin typeface="Amiri"/>
                <a:ea typeface="Cascadia Mono"/>
              </a:rPr>
              <a:t>bool_t</a:t>
            </a:r>
            <a:r>
              <a:rPr lang="en-IN" sz="900" b="0" u="none" strike="noStrike">
                <a:solidFill>
                  <a:srgbClr val="000000"/>
                </a:solidFill>
                <a:effectLst/>
                <a:uFillTx/>
                <a:latin typeface="Amiri"/>
                <a:ea typeface="Cascadia Mono"/>
              </a:rPr>
              <a:t> IsPrim = </a:t>
            </a:r>
            <a:r>
              <a:rPr lang="en-IN" sz="900" b="0" u="none" strike="noStrike">
                <a:solidFill>
                  <a:srgbClr val="2F4F4F"/>
                </a:solidFill>
                <a:effectLst/>
                <a:uFillTx/>
                <a:latin typeface="Amiri"/>
                <a:ea typeface="Cascadia Mono"/>
              </a:rPr>
              <a:t>False</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t = primary_expression(&amp;IsPrim);</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r>
              <a:rPr lang="en-IN" sz="900" b="0" u="none" strike="noStrike">
                <a:solidFill>
                  <a:srgbClr val="808080"/>
                </a:solidFill>
                <a:effectLst/>
                <a:uFillTx/>
                <a:latin typeface="Amiri"/>
                <a:ea typeface="Cascadia Mono"/>
              </a:rPr>
              <a:t>IsPrim_g</a:t>
            </a:r>
            <a:r>
              <a:rPr lang="en-IN" sz="900" b="0" u="none" strike="noStrike">
                <a:solidFill>
                  <a:srgbClr val="000000"/>
                </a:solidFill>
                <a:effectLst/>
                <a:uFillTx/>
                <a:latin typeface="Amiri"/>
                <a:ea typeface="Cascadia Mono"/>
              </a:rPr>
              <a:t> = IsPrim;</a:t>
            </a:r>
            <a:br>
              <a:rPr sz="900"/>
            </a:br>
            <a:r>
              <a:rPr lang="en-IN" sz="900" b="0" u="none" strike="noStrike">
                <a:solidFill>
                  <a:srgbClr val="000000"/>
                </a:solidFill>
                <a:effectLst/>
                <a:uFillTx/>
                <a:latin typeface="Amiri"/>
                <a:ea typeface="Cascadia Mono"/>
              </a:rPr>
              <a:t>        tok = getCurrentToken();</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if</a:t>
            </a:r>
            <a:r>
              <a:rPr lang="en-IN" sz="900" b="0" u="none" strike="noStrike">
                <a:solidFill>
                  <a:srgbClr val="000000"/>
                </a:solidFill>
                <a:effectLst/>
                <a:uFillTx/>
                <a:latin typeface="Amiri"/>
                <a:ea typeface="Cascadia Mono"/>
              </a:rPr>
              <a:t> (tok == </a:t>
            </a:r>
            <a:r>
              <a:rPr lang="en-IN" sz="900" b="0" u="none" strike="noStrike">
                <a:solidFill>
                  <a:srgbClr val="A31515"/>
                </a:solidFill>
                <a:effectLst/>
                <a:uFillTx/>
                <a:latin typeface="Amiri"/>
                <a:ea typeface="Cascadia Mono"/>
              </a:rPr>
              <a:t>'['</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endParaRPr lang="en-IN" sz="900" b="0" u="none" strike="noStrike">
              <a:solidFill>
                <a:srgbClr val="000000"/>
              </a:solidFill>
              <a:effectLst/>
              <a:uFillTx/>
              <a:latin typeface="Arial"/>
            </a:endParaRPr>
          </a:p>
          <a:p>
            <a:pPr>
              <a:lnSpc>
                <a:spcPct val="100000"/>
              </a:lnSpc>
              <a:tabLst>
                <a:tab pos="0" algn="l"/>
              </a:tabLst>
            </a:pPr>
            <a:r>
              <a:rPr lang="en-IN" sz="900" b="0" u="none" strike="noStrike">
                <a:solidFill>
                  <a:srgbClr val="000000"/>
                </a:solidFill>
                <a:effectLst/>
                <a:uFillTx/>
                <a:latin typeface="Amiri"/>
                <a:ea typeface="Cascadia Mono"/>
              </a:rPr>
              <a:t>            *</a:t>
            </a:r>
            <a:r>
              <a:rPr lang="en-IN" sz="900" b="0" u="none" strike="noStrike">
                <a:solidFill>
                  <a:srgbClr val="808080"/>
                </a:solidFill>
                <a:effectLst/>
                <a:uFillTx/>
                <a:latin typeface="Amiri"/>
                <a:ea typeface="Cascadia Mono"/>
              </a:rPr>
              <a:t>IsPost</a:t>
            </a:r>
            <a:r>
              <a:rPr lang="en-IN" sz="900" b="0" u="none" strike="noStrike">
                <a:solidFill>
                  <a:srgbClr val="000000"/>
                </a:solidFill>
                <a:effectLst/>
                <a:uFillTx/>
                <a:latin typeface="Amiri"/>
                <a:ea typeface="Cascadia Mono"/>
              </a:rPr>
              <a:t> = </a:t>
            </a:r>
            <a:r>
              <a:rPr lang="en-IN" sz="900" b="0" u="none" strike="noStrike">
                <a:solidFill>
                  <a:srgbClr val="2F4F4F"/>
                </a:solidFill>
                <a:effectLst/>
                <a:uFillTx/>
                <a:latin typeface="Amiri"/>
                <a:ea typeface="Cascadia Mono"/>
              </a:rPr>
              <a:t>True</a:t>
            </a:r>
            <a:r>
              <a:rPr lang="en-IN" sz="900" b="0" u="none" strike="noStrike">
                <a:solidFill>
                  <a:srgbClr val="000000"/>
                </a:solidFill>
                <a:effectLst/>
                <a:uFillTx/>
                <a:latin typeface="Amiri"/>
                <a:ea typeface="Cascadia Mono"/>
              </a:rPr>
              <a:t>;</a:t>
            </a:r>
            <a:br>
              <a:rPr sz="900"/>
            </a:br>
            <a:r>
              <a:rPr lang="en-IN" sz="900" b="0" u="none" strike="noStrike">
                <a:solidFill>
                  <a:srgbClr val="000000"/>
                </a:solidFill>
                <a:effectLst/>
                <a:uFillTx/>
                <a:latin typeface="Amiri"/>
                <a:ea typeface="Cascadia Mono"/>
              </a:rPr>
              <a:t>            ...</a:t>
            </a:r>
            <a:br>
              <a:rPr sz="900"/>
            </a:br>
            <a:r>
              <a:rPr lang="en-IN" sz="900" b="0" u="none" strike="noStrike">
                <a:solidFill>
                  <a:srgbClr val="000000"/>
                </a:solidFill>
                <a:effectLst/>
                <a:uFillTx/>
                <a:latin typeface="Amiri"/>
                <a:ea typeface="Cascadia Mono"/>
              </a:rPr>
              <a:t>        }</a:t>
            </a:r>
            <a:r>
              <a:rPr lang="en-IN" sz="950" b="0" u="none" strike="noStrike">
                <a:solidFill>
                  <a:srgbClr val="000000"/>
                </a:solidFill>
                <a:effectLst/>
                <a:uFillTx/>
                <a:latin typeface="Cascadia Mono"/>
                <a:ea typeface="Cascadia Mono"/>
              </a:rPr>
              <a:t> </a:t>
            </a:r>
            <a:r>
              <a:rPr lang="en-IN" sz="800" b="0" u="none" strike="noStrike">
                <a:solidFill>
                  <a:srgbClr val="0000FF"/>
                </a:solidFill>
                <a:effectLst/>
                <a:uFillTx/>
                <a:latin typeface="Amiri"/>
                <a:ea typeface="Cascadia Mono"/>
              </a:rPr>
              <a:t>else</a:t>
            </a:r>
            <a:r>
              <a:rPr lang="en-IN" sz="800" b="0" u="none" strike="noStrike">
                <a:solidFill>
                  <a:srgbClr val="000000"/>
                </a:solidFill>
                <a:effectLst/>
                <a:uFillTx/>
                <a:latin typeface="Amiri"/>
                <a:ea typeface="Cascadia Mono"/>
              </a:rPr>
              <a:t> </a:t>
            </a:r>
            <a:r>
              <a:rPr lang="en-IN" sz="800" b="0" u="none" strike="noStrike">
                <a:solidFill>
                  <a:srgbClr val="0000FF"/>
                </a:solidFill>
                <a:effectLst/>
                <a:uFillTx/>
                <a:latin typeface="Amiri"/>
                <a:ea typeface="Cascadia Mono"/>
              </a:rPr>
              <a:t>if</a:t>
            </a:r>
            <a:r>
              <a:rPr lang="en-IN" sz="800" b="0" u="none" strike="noStrike">
                <a:solidFill>
                  <a:srgbClr val="000000"/>
                </a:solidFill>
                <a:effectLst/>
                <a:uFillTx/>
                <a:latin typeface="Amiri"/>
                <a:ea typeface="Cascadia Mono"/>
              </a:rPr>
              <a:t> (IsPrim == </a:t>
            </a:r>
            <a:r>
              <a:rPr lang="en-IN" sz="800" b="0" u="none" strike="noStrike">
                <a:solidFill>
                  <a:srgbClr val="2F4F4F"/>
                </a:solidFill>
                <a:effectLst/>
                <a:uFillTx/>
                <a:latin typeface="Amiri"/>
                <a:ea typeface="Cascadia Mono"/>
              </a:rPr>
              <a:t>True</a:t>
            </a:r>
            <a:r>
              <a:rPr lang="en-IN" sz="800" b="0" u="none" strike="noStrike">
                <a:solidFill>
                  <a:srgbClr val="000000"/>
                </a:solidFill>
                <a:effectLst/>
                <a:uFillTx/>
                <a:latin typeface="Amiri"/>
                <a:ea typeface="Cascadia Mono"/>
              </a:rPr>
              <a:t>)</a:t>
            </a:r>
            <a:endParaRPr lang="en-IN" sz="800" b="0" u="none" strike="noStrike">
              <a:solidFill>
                <a:srgbClr val="000000"/>
              </a:solidFill>
              <a:effectLst/>
              <a:uFillTx/>
              <a:latin typeface="Arial"/>
            </a:endParaRPr>
          </a:p>
          <a:p>
            <a:pPr>
              <a:lnSpc>
                <a:spcPct val="100000"/>
              </a:lnSpc>
              <a:tabLst>
                <a:tab pos="0" algn="l"/>
              </a:tabLst>
            </a:pPr>
            <a:r>
              <a:rPr lang="en-IN" sz="800" b="0" u="none" strike="noStrike">
                <a:solidFill>
                  <a:srgbClr val="000000"/>
                </a:solidFill>
                <a:effectLst/>
                <a:uFillTx/>
                <a:latin typeface="Amiri"/>
                <a:ea typeface="Cascadia Mono"/>
              </a:rPr>
              <a:t>        {            </a:t>
            </a:r>
            <a:endParaRPr lang="en-IN" sz="800" b="0" u="none" strike="noStrike">
              <a:solidFill>
                <a:srgbClr val="000000"/>
              </a:solidFill>
              <a:effectLst/>
              <a:uFillTx/>
              <a:latin typeface="Arial"/>
            </a:endParaRPr>
          </a:p>
          <a:p>
            <a:pPr>
              <a:lnSpc>
                <a:spcPct val="100000"/>
              </a:lnSpc>
              <a:tabLst>
                <a:tab pos="0" algn="l"/>
              </a:tabLst>
            </a:pPr>
            <a:r>
              <a:rPr lang="en-IN" sz="800" b="0" u="none" strike="noStrike">
                <a:solidFill>
                  <a:srgbClr val="000000"/>
                </a:solidFill>
                <a:effectLst/>
                <a:uFillTx/>
                <a:latin typeface="Amiri"/>
                <a:ea typeface="Cascadia Mono"/>
              </a:rPr>
              <a:t>                </a:t>
            </a:r>
            <a:r>
              <a:rPr lang="en-IN" sz="800" b="0" u="none" strike="noStrike">
                <a:solidFill>
                  <a:srgbClr val="0000FF"/>
                </a:solidFill>
                <a:effectLst/>
                <a:uFillTx/>
                <a:latin typeface="Amiri"/>
                <a:ea typeface="Cascadia Mono"/>
              </a:rPr>
              <a:t>return</a:t>
            </a:r>
            <a:r>
              <a:rPr lang="en-IN" sz="800" b="0" u="none" strike="noStrike">
                <a:solidFill>
                  <a:srgbClr val="000000"/>
                </a:solidFill>
                <a:effectLst/>
                <a:uFillTx/>
                <a:latin typeface="Amiri"/>
                <a:ea typeface="Cascadia Mono"/>
              </a:rPr>
              <a:t> t;</a:t>
            </a:r>
            <a:endParaRPr lang="en-IN" sz="800" b="0" u="none" strike="noStrike">
              <a:solidFill>
                <a:srgbClr val="000000"/>
              </a:solidFill>
              <a:effectLst/>
              <a:uFillTx/>
              <a:latin typeface="Arial"/>
            </a:endParaRPr>
          </a:p>
          <a:p>
            <a:pPr>
              <a:lnSpc>
                <a:spcPct val="100000"/>
              </a:lnSpc>
              <a:tabLst>
                <a:tab pos="0" algn="l"/>
              </a:tabLst>
            </a:pPr>
            <a:r>
              <a:rPr lang="en-IN" sz="800" b="0" u="none" strike="noStrike">
                <a:solidFill>
                  <a:srgbClr val="000000"/>
                </a:solidFill>
                <a:effectLst/>
                <a:uFillTx/>
                <a:latin typeface="Amiri"/>
                <a:ea typeface="Cascadia Mono"/>
              </a:rPr>
              <a:t>        }</a:t>
            </a:r>
            <a:endParaRPr lang="en-IN" sz="800" b="0" u="none" strike="noStrike">
              <a:solidFill>
                <a:srgbClr val="000000"/>
              </a:solidFill>
              <a:effectLst/>
              <a:uFillTx/>
              <a:latin typeface="Arial"/>
            </a:endParaRPr>
          </a:p>
          <a:p>
            <a:pPr>
              <a:lnSpc>
                <a:spcPct val="100000"/>
              </a:lnSpc>
              <a:tabLst>
                <a:tab pos="0" algn="l"/>
              </a:tabLst>
            </a:pPr>
            <a:r>
              <a:rPr lang="en-IN" sz="800" b="0" u="none" strike="noStrike">
                <a:solidFill>
                  <a:srgbClr val="000000"/>
                </a:solidFill>
                <a:effectLst/>
                <a:uFillTx/>
                <a:latin typeface="Amiri"/>
                <a:ea typeface="Cascadia Mono"/>
              </a:rPr>
              <a:t>    </a:t>
            </a:r>
            <a:endParaRPr lang="en-IN" sz="800" b="0" u="none" strike="noStrike">
              <a:solidFill>
                <a:srgbClr val="000000"/>
              </a:solidFill>
              <a:effectLst/>
              <a:uFillTx/>
              <a:latin typeface="Arial"/>
            </a:endParaRPr>
          </a:p>
          <a:p>
            <a:pPr>
              <a:lnSpc>
                <a:spcPct val="100000"/>
              </a:lnSpc>
              <a:tabLst>
                <a:tab pos="0" algn="l"/>
              </a:tabLst>
            </a:pPr>
            <a:r>
              <a:rPr lang="en-IN" sz="800" b="0" u="none" strike="noStrike">
                <a:solidFill>
                  <a:srgbClr val="000000"/>
                </a:solidFill>
                <a:effectLst/>
                <a:uFillTx/>
                <a:latin typeface="Amiri"/>
                <a:ea typeface="Cascadia Mono"/>
              </a:rPr>
              <a:t>    </a:t>
            </a:r>
            <a:r>
              <a:rPr lang="en-IN" sz="800" b="0" u="none" strike="noStrike">
                <a:solidFill>
                  <a:srgbClr val="0000FF"/>
                </a:solidFill>
                <a:effectLst/>
                <a:uFillTx/>
                <a:latin typeface="Amiri"/>
                <a:ea typeface="Cascadia Mono"/>
              </a:rPr>
              <a:t>return</a:t>
            </a:r>
            <a:r>
              <a:rPr lang="en-IN" sz="800" b="0" u="none" strike="noStrike">
                <a:solidFill>
                  <a:srgbClr val="000000"/>
                </a:solidFill>
                <a:effectLst/>
                <a:uFillTx/>
                <a:latin typeface="Amiri"/>
                <a:ea typeface="Cascadia Mono"/>
              </a:rPr>
              <a:t> </a:t>
            </a:r>
            <a:r>
              <a:rPr lang="en-IN" sz="800" b="0" u="none" strike="noStrike">
                <a:solidFill>
                  <a:srgbClr val="6F008A"/>
                </a:solidFill>
                <a:effectLst/>
                <a:uFillTx/>
                <a:latin typeface="Amiri"/>
                <a:ea typeface="Cascadia Mono"/>
              </a:rPr>
              <a:t>NULL</a:t>
            </a:r>
            <a:r>
              <a:rPr lang="en-IN" sz="800" b="0" u="none" strike="noStrike">
                <a:solidFill>
                  <a:srgbClr val="000000"/>
                </a:solidFill>
                <a:effectLst/>
                <a:uFillTx/>
                <a:latin typeface="Amiri"/>
                <a:ea typeface="Cascadia Mono"/>
              </a:rPr>
              <a:t>;</a:t>
            </a:r>
            <a:endParaRPr lang="en-IN" sz="800" b="0" u="none" strike="noStrike">
              <a:solidFill>
                <a:srgbClr val="000000"/>
              </a:solidFill>
              <a:effectLst/>
              <a:uFillTx/>
              <a:latin typeface="Arial"/>
            </a:endParaRPr>
          </a:p>
          <a:p>
            <a:pPr>
              <a:lnSpc>
                <a:spcPct val="100000"/>
              </a:lnSpc>
              <a:tabLst>
                <a:tab pos="0" algn="l"/>
              </a:tabLst>
            </a:pPr>
            <a:r>
              <a:rPr lang="en-IN" sz="800" b="0" u="none" strike="noStrike">
                <a:solidFill>
                  <a:srgbClr val="000000"/>
                </a:solidFill>
                <a:effectLst/>
                <a:uFillTx/>
                <a:latin typeface="Amiri"/>
                <a:ea typeface="Cascadia Mono"/>
              </a:rPr>
              <a:t>}</a:t>
            </a:r>
            <a:br>
              <a:rPr sz="900"/>
            </a:br>
            <a:br>
              <a:rPr sz="900"/>
            </a:br>
            <a:br>
              <a:rPr sz="1000"/>
            </a:br>
            <a:br>
              <a:rPr sz="1000"/>
            </a:br>
            <a:br>
              <a:rPr sz="1000"/>
            </a:br>
            <a:r>
              <a:rPr lang="en-IN" sz="1000" b="0" u="none" strike="noStrike">
                <a:solidFill>
                  <a:srgbClr val="000000"/>
                </a:solidFill>
                <a:effectLst/>
                <a:uFillTx/>
                <a:latin typeface="Amiri"/>
                <a:ea typeface="Cascadia Mono"/>
              </a:rPr>
              <a:t>   </a:t>
            </a:r>
            <a:br>
              <a:rPr sz="1000"/>
            </a:br>
            <a:br>
              <a:rPr sz="1000"/>
            </a:br>
            <a:r>
              <a:rPr lang="en-IN" sz="1000" b="0" u="none" strike="noStrike">
                <a:solidFill>
                  <a:srgbClr val="000000"/>
                </a:solidFill>
                <a:effectLst/>
                <a:uFillTx/>
                <a:latin typeface="Amiri"/>
                <a:ea typeface="Cascadia Mono"/>
              </a:rPr>
              <a:t> </a:t>
            </a:r>
            <a:endParaRPr lang="en-IN" sz="1000" b="0" u="none" strike="noStrike">
              <a:solidFill>
                <a:srgbClr val="000000"/>
              </a:solidFill>
              <a:effectLst/>
              <a:uFillTx/>
              <a:latin typeface="Arial"/>
            </a:endParaRPr>
          </a:p>
          <a:p>
            <a:pPr marL="720000">
              <a:lnSpc>
                <a:spcPct val="100000"/>
              </a:lnSpc>
              <a:tabLst>
                <a:tab pos="0" algn="l"/>
              </a:tabLst>
            </a:pPr>
            <a:endParaRPr lang="en-IN" sz="1000" b="0" u="none" strike="noStrike">
              <a:solidFill>
                <a:srgbClr val="000000"/>
              </a:solidFill>
              <a:effectLst/>
              <a:uFillTx/>
              <a:latin typeface="Arial"/>
            </a:endParaRPr>
          </a:p>
        </p:txBody>
      </p:sp>
      <p:sp>
        <p:nvSpPr>
          <p:cNvPr id="93" name="PlaceHolder 8"/>
          <p:cNvSpPr/>
          <p:nvPr/>
        </p:nvSpPr>
        <p:spPr>
          <a:xfrm>
            <a:off x="4860000" y="1260000"/>
            <a:ext cx="4498200" cy="2878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IN" sz="900" b="0" u="none" strike="noStrike">
                <a:solidFill>
                  <a:srgbClr val="000000"/>
                </a:solidFill>
                <a:effectLst/>
                <a:uFillTx/>
                <a:latin typeface="Amiri"/>
                <a:ea typeface="Cascadia Mono"/>
              </a:rPr>
              <a:t> </a:t>
            </a:r>
            <a:r>
              <a:rPr lang="en-IN" sz="900" b="0" u="none" strike="noStrike">
                <a:solidFill>
                  <a:srgbClr val="2B91AF"/>
                </a:solidFill>
                <a:effectLst/>
                <a:uFillTx/>
                <a:latin typeface="Amiri"/>
                <a:ea typeface="Cascadia Mono"/>
              </a:rPr>
              <a:t>TreeNode</a:t>
            </a:r>
            <a:r>
              <a:rPr lang="en-IN" sz="900" b="0" u="none" strike="noStrike">
                <a:solidFill>
                  <a:srgbClr val="000000"/>
                </a:solidFill>
                <a:effectLst/>
                <a:uFillTx/>
                <a:latin typeface="Amiri"/>
                <a:ea typeface="Cascadia Mono"/>
              </a:rPr>
              <a:t>* unary_expression()</a:t>
            </a:r>
            <a:br>
              <a:rPr sz="900"/>
            </a:br>
            <a:r>
              <a:rPr lang="en-IN" sz="900" b="0" u="none" strike="noStrike">
                <a:solidFill>
                  <a:srgbClr val="000000"/>
                </a:solidFill>
                <a:effectLst/>
                <a:uFillTx/>
                <a:latin typeface="Amiri"/>
                <a:ea typeface="Cascadia Mono"/>
              </a:rPr>
              <a:t>{   ...</a:t>
            </a:r>
            <a:br>
              <a:rPr sz="900"/>
            </a:b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else</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Microsoft YaHei"/>
              </a:rPr>
              <a:t>    {</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Microsoft YaHei"/>
              </a:rPr>
              <a:t>        t = postfix_expression(</a:t>
            </a:r>
            <a:r>
              <a:rPr lang="en-IN" sz="900" b="1" u="none" strike="noStrike">
                <a:solidFill>
                  <a:srgbClr val="000000"/>
                </a:solidFill>
                <a:effectLst/>
                <a:uFillTx/>
                <a:latin typeface="Amiri"/>
                <a:ea typeface="Microsoft YaHei"/>
              </a:rPr>
              <a:t>&amp;IsPost, &amp;IsPrim</a:t>
            </a:r>
            <a:r>
              <a:rPr lang="en-IN" sz="900" b="0" u="none" strike="noStrike">
                <a:solidFill>
                  <a:srgbClr val="000000"/>
                </a:solidFill>
                <a:effectLst/>
                <a:uFillTx/>
                <a:latin typeface="Amiri"/>
                <a:ea typeface="Microsoft YaHei"/>
              </a:rPr>
              <a:t>);</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if</a:t>
            </a:r>
            <a:r>
              <a:rPr lang="en-IN" sz="900" b="0" u="none" strike="noStrike">
                <a:solidFill>
                  <a:srgbClr val="000000"/>
                </a:solidFill>
                <a:effectLst/>
                <a:uFillTx/>
                <a:latin typeface="Amiri"/>
                <a:ea typeface="Cascadia Mono"/>
              </a:rPr>
              <a:t> (IsPost == </a:t>
            </a:r>
            <a:r>
              <a:rPr lang="en-IN" sz="900" b="0" u="none" strike="noStrike">
                <a:solidFill>
                  <a:srgbClr val="2F4F4F"/>
                </a:solidFill>
                <a:effectLst/>
                <a:uFillTx/>
                <a:latin typeface="Amiri"/>
                <a:ea typeface="Cascadia Mono"/>
              </a:rPr>
              <a:t>True</a:t>
            </a:r>
            <a:r>
              <a:rPr lang="en-IN" sz="900" b="0" u="none" strike="noStrike">
                <a:solidFill>
                  <a:srgbClr val="000000"/>
                </a:solidFill>
                <a:effectLst/>
                <a:uFillTx/>
                <a:latin typeface="Amiri"/>
                <a:ea typeface="Cascadia Mono"/>
              </a:rPr>
              <a:t> || IsPrim == </a:t>
            </a:r>
            <a:r>
              <a:rPr lang="en-IN" sz="900" b="0" u="none" strike="noStrike">
                <a:solidFill>
                  <a:srgbClr val="2F4F4F"/>
                </a:solidFill>
                <a:effectLst/>
                <a:uFillTx/>
                <a:latin typeface="Amiri"/>
                <a:ea typeface="Cascadia Mono"/>
              </a:rPr>
              <a:t>True</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return</a:t>
            </a:r>
            <a:r>
              <a:rPr lang="en-IN" sz="900" b="0" u="none" strike="noStrike">
                <a:solidFill>
                  <a:srgbClr val="000000"/>
                </a:solidFill>
                <a:effectLst/>
                <a:uFillTx/>
                <a:latin typeface="Amiri"/>
                <a:ea typeface="Cascadia Mono"/>
              </a:rPr>
              <a:t> t;</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else</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return</a:t>
            </a:r>
            <a:r>
              <a:rPr lang="en-IN" sz="900" b="0" u="none" strike="noStrike">
                <a:solidFill>
                  <a:srgbClr val="000000"/>
                </a:solidFill>
                <a:effectLst/>
                <a:uFillTx/>
                <a:latin typeface="Amiri"/>
                <a:ea typeface="Cascadia Mono"/>
              </a:rPr>
              <a:t> </a:t>
            </a:r>
            <a:r>
              <a:rPr lang="en-IN" sz="900" b="0" u="none" strike="noStrike">
                <a:solidFill>
                  <a:srgbClr val="6F008A"/>
                </a:solidFill>
                <a:effectLst/>
                <a:uFillTx/>
                <a:latin typeface="Amiri"/>
                <a:ea typeface="Cascadia Mono"/>
              </a:rPr>
              <a:t>NULL</a:t>
            </a:r>
            <a:r>
              <a:rPr lang="en-IN" sz="900" b="0" u="none" strike="noStrike">
                <a:solidFill>
                  <a:srgbClr val="000000"/>
                </a:solidFill>
                <a:effectLst/>
                <a:uFillTx/>
                <a:latin typeface="Amiri"/>
                <a:ea typeface="Cascadia Mono"/>
              </a:rPr>
              <a:t>;</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Microsoft YaHei"/>
              </a:rPr>
              <a:t>    }</a:t>
            </a:r>
            <a:endParaRPr lang="en-IN" sz="900" b="0" u="none" strike="noStrike">
              <a:solidFill>
                <a:srgbClr val="000000"/>
              </a:solidFill>
              <a:effectLst/>
              <a:uFillTx/>
              <a:latin typeface="Arial"/>
            </a:endParaRPr>
          </a:p>
          <a:p>
            <a:pPr>
              <a:lnSpc>
                <a:spcPct val="100000"/>
              </a:lnSpc>
            </a:pPr>
            <a:r>
              <a:rPr lang="en-IN" sz="900" b="0" u="none" strike="noStrike">
                <a:solidFill>
                  <a:srgbClr val="000000"/>
                </a:solidFill>
                <a:effectLst/>
                <a:uFillTx/>
                <a:latin typeface="Amiri"/>
                <a:ea typeface="Cascadia Mono"/>
              </a:rPr>
              <a:t>    </a:t>
            </a:r>
            <a:r>
              <a:rPr lang="en-IN" sz="900" b="0" u="none" strike="noStrike">
                <a:solidFill>
                  <a:srgbClr val="0000FF"/>
                </a:solidFill>
                <a:effectLst/>
                <a:uFillTx/>
                <a:latin typeface="Amiri"/>
                <a:ea typeface="Cascadia Mono"/>
              </a:rPr>
              <a:t>return</a:t>
            </a:r>
            <a:r>
              <a:rPr lang="en-IN" sz="900" b="0" u="none" strike="noStrike">
                <a:solidFill>
                  <a:srgbClr val="000000"/>
                </a:solidFill>
                <a:effectLst/>
                <a:uFillTx/>
                <a:latin typeface="Amiri"/>
                <a:ea typeface="Cascadia Mono"/>
              </a:rPr>
              <a:t> t;</a:t>
            </a:r>
            <a:br>
              <a:rPr sz="900"/>
            </a:br>
            <a:br>
              <a:rPr sz="900"/>
            </a:br>
            <a:br>
              <a:rPr sz="900"/>
            </a:br>
            <a:r>
              <a:rPr lang="en-IN" sz="900" b="0" u="none" strike="noStrike">
                <a:solidFill>
                  <a:srgbClr val="000000"/>
                </a:solidFill>
                <a:effectLst/>
                <a:uFillTx/>
                <a:latin typeface="Amiri"/>
                <a:ea typeface="Cascadia Mono"/>
              </a:rPr>
              <a:t>   </a:t>
            </a:r>
            <a:br>
              <a:rPr sz="900"/>
            </a:br>
            <a:br>
              <a:rPr sz="900"/>
            </a:br>
            <a:r>
              <a:rPr lang="en-IN" sz="900" b="0" u="none" strike="noStrike">
                <a:solidFill>
                  <a:srgbClr val="000000"/>
                </a:solidFill>
                <a:effectLst/>
                <a:uFillTx/>
                <a:latin typeface="Amiri"/>
                <a:ea typeface="Cascadia Mono"/>
              </a:rPr>
              <a:t> </a:t>
            </a:r>
            <a:endParaRPr lang="en-IN" sz="900" b="0" u="none" strike="noStrike">
              <a:solidFill>
                <a:srgbClr val="000000"/>
              </a:solidFill>
              <a:effectLst/>
              <a:uFillTx/>
              <a:latin typeface="Arial"/>
            </a:endParaRPr>
          </a:p>
          <a:p>
            <a:pPr marL="720000">
              <a:lnSpc>
                <a:spcPct val="100000"/>
              </a:lnSpc>
              <a:tabLst>
                <a:tab pos="0" algn="l"/>
              </a:tabLst>
            </a:pPr>
            <a:endParaRPr lang="en-IN" sz="900" b="0" u="none" strike="noStrike">
              <a:solidFill>
                <a:srgbClr val="000000"/>
              </a:solidFill>
              <a:effectLst/>
              <a:uFillTx/>
              <a:latin typeface="Arial"/>
            </a:endParaRPr>
          </a:p>
        </p:txBody>
      </p:sp>
      <p:sp>
        <p:nvSpPr>
          <p:cNvPr id="3" name="PlaceHolder 2"/>
          <p:cNvSpPr>
            <a:spLocks noGrp="1"/>
          </p:cNvSpPr>
          <p:nvPr>
            <p:ph type="sldNum" idx="3"/>
          </p:nvPr>
        </p:nvSpPr>
        <p:spPr/>
        <p:txBody>
          <a:bodyPr/>
          <a:lstStyle/>
          <a:p>
            <a:fld id="{093B6FA1-0CCE-47F3-A2E9-0473BB73BBD3}" type="slidenum">
              <a:r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7"/>
          <p:cNvSpPr txBox="1"/>
          <p:nvPr/>
        </p:nvSpPr>
        <p:spPr>
          <a:xfrm>
            <a:off x="360000" y="218520"/>
            <a:ext cx="9358200" cy="503280"/>
          </a:xfrm>
          <a:prstGeom prst="rect">
            <a:avLst/>
          </a:prstGeom>
          <a:noFill/>
          <a:ln w="0">
            <a:noFill/>
          </a:ln>
        </p:spPr>
        <p:txBody>
          <a:bodyPr lIns="0" tIns="0" rIns="0" bIns="0" anchor="ctr">
            <a:spAutoFit/>
          </a:bodyPr>
          <a:lstStyle/>
          <a:p>
            <a:pPr algn="ctr">
              <a:lnSpc>
                <a:spcPct val="100000"/>
              </a:lnSpc>
              <a:tabLst>
                <a:tab pos="0" algn="l"/>
              </a:tabLst>
            </a:pPr>
            <a:r>
              <a:rPr lang="en-IN" sz="3300" dirty="0">
                <a:solidFill>
                  <a:srgbClr val="EEEEEE"/>
                </a:solidFill>
              </a:rPr>
              <a:t>Designing expression parser- </a:t>
            </a:r>
            <a:r>
              <a:rPr lang="en-IN" sz="3300" b="0" u="none" strike="noStrike" dirty="0">
                <a:solidFill>
                  <a:srgbClr val="EEEEEE"/>
                </a:solidFill>
                <a:effectLst/>
                <a:uFillTx/>
                <a:latin typeface="Arial"/>
              </a:rPr>
              <a:t>Driver</a:t>
            </a:r>
            <a:endParaRPr lang="en-IN" sz="3300" b="0" u="none" strike="noStrike" dirty="0">
              <a:solidFill>
                <a:srgbClr val="000000"/>
              </a:solidFill>
              <a:effectLst/>
              <a:uFillTx/>
              <a:latin typeface="Arial"/>
            </a:endParaRPr>
          </a:p>
        </p:txBody>
      </p:sp>
      <p:sp>
        <p:nvSpPr>
          <p:cNvPr id="95" name="PlaceHolder 9"/>
          <p:cNvSpPr/>
          <p:nvPr/>
        </p:nvSpPr>
        <p:spPr>
          <a:xfrm>
            <a:off x="180720" y="901800"/>
            <a:ext cx="9719280" cy="538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br>
              <a:rPr sz="1000"/>
            </a:br>
            <a:br>
              <a:rPr sz="1000"/>
            </a:br>
            <a:br>
              <a:rPr sz="1000"/>
            </a:br>
            <a:br>
              <a:rPr sz="1000"/>
            </a:br>
            <a:br>
              <a:rPr sz="1000"/>
            </a:br>
            <a:br>
              <a:rPr sz="1000"/>
            </a:br>
            <a:r>
              <a:rPr lang="en-IN" sz="950" b="0" u="none" strike="noStrike">
                <a:solidFill>
                  <a:srgbClr val="2B91AF"/>
                </a:solidFill>
                <a:effectLst/>
                <a:uFillTx/>
                <a:latin typeface="Cascadia Mono"/>
              </a:rPr>
              <a:t>TreeNode</a:t>
            </a:r>
            <a:r>
              <a:rPr lang="en-IN" sz="950" b="0" u="none" strike="noStrike">
                <a:solidFill>
                  <a:srgbClr val="000000"/>
                </a:solidFill>
                <a:effectLst/>
                <a:uFillTx/>
                <a:latin typeface="Cascadia Mono"/>
                <a:ea typeface="Microsoft YaHei"/>
              </a:rPr>
              <a:t>* expression()</a:t>
            </a:r>
            <a:endParaRPr lang="en-IN" sz="950" b="0" u="none" strike="noStrike">
              <a:solidFill>
                <a:srgbClr val="000000"/>
              </a:solidFill>
              <a:effectLst/>
              <a:uFillTx/>
              <a:latin typeface="Arial"/>
            </a:endParaRPr>
          </a:p>
          <a:p>
            <a:r>
              <a:rPr lang="en-IN" sz="1000" b="0" u="none" strike="noStrike">
                <a:solidFill>
                  <a:srgbClr val="000000"/>
                </a:solidFill>
                <a:effectLst/>
                <a:uFillTx/>
                <a:latin typeface="Arial"/>
                <a:ea typeface="DejaVu Sans"/>
              </a:rPr>
              <a:t>{</a:t>
            </a:r>
            <a:endParaRPr lang="en-IN" sz="1000" b="0" u="none" strike="noStrike">
              <a:solidFill>
                <a:srgbClr val="000000"/>
              </a:solidFill>
              <a:effectLst/>
              <a:uFillTx/>
              <a:latin typeface="Cascadia Mono"/>
              <a:ea typeface="Cascadia Mono"/>
            </a:endParaRPr>
          </a:p>
          <a:p>
            <a:r>
              <a:rPr lang="en-IN" sz="950" b="0" u="none" strike="noStrike">
                <a:solidFill>
                  <a:srgbClr val="000000"/>
                </a:solidFill>
                <a:effectLst/>
                <a:uFillTx/>
                <a:latin typeface="Cascadia Mono"/>
                <a:ea typeface="Cascadia Mono"/>
              </a:rPr>
              <a:t>    </a:t>
            </a:r>
            <a:r>
              <a:rPr lang="en-IN" sz="950" b="0" u="none" strike="noStrike">
                <a:solidFill>
                  <a:srgbClr val="2B91AF"/>
                </a:solidFill>
                <a:effectLst/>
                <a:uFillTx/>
                <a:latin typeface="Cascadia Mono"/>
                <a:ea typeface="Cascadia Mono"/>
              </a:rPr>
              <a:t>TreeNode</a:t>
            </a:r>
            <a:r>
              <a:rPr lang="en-IN" sz="950" b="0" u="none" strike="noStrike">
                <a:solidFill>
                  <a:srgbClr val="000000"/>
                </a:solidFill>
                <a:effectLst/>
                <a:uFillTx/>
                <a:latin typeface="Cascadia Mono"/>
                <a:ea typeface="Cascadia Mono"/>
              </a:rPr>
              <a:t>* t;</a:t>
            </a:r>
            <a:endParaRPr lang="en-IN" sz="950" b="0" u="none" strike="noStrike">
              <a:solidFill>
                <a:srgbClr val="000000"/>
              </a:solidFill>
              <a:effectLst/>
              <a:uFillTx/>
              <a:latin typeface="Arial"/>
            </a:endParaRPr>
          </a:p>
          <a:p>
            <a:r>
              <a:rPr lang="en-IN" sz="950" b="0" u="none" strike="noStrike">
                <a:solidFill>
                  <a:srgbClr val="000000"/>
                </a:solidFill>
                <a:effectLst/>
                <a:uFillTx/>
                <a:latin typeface="Cascadia Mono"/>
                <a:ea typeface="Cascadia Mono"/>
              </a:rPr>
              <a:t>    </a:t>
            </a:r>
            <a:r>
              <a:rPr lang="en-IN" sz="950" b="0" u="none" strike="noStrike">
                <a:solidFill>
                  <a:srgbClr val="2B91AF"/>
                </a:solidFill>
                <a:effectLst/>
                <a:uFillTx/>
                <a:latin typeface="Cascadia Mono"/>
                <a:ea typeface="Cascadia Mono"/>
              </a:rPr>
              <a:t>TreeNode</a:t>
            </a:r>
            <a:r>
              <a:rPr lang="en-IN" sz="950" b="0" u="none" strike="noStrike">
                <a:solidFill>
                  <a:srgbClr val="000000"/>
                </a:solidFill>
                <a:effectLst/>
                <a:uFillTx/>
                <a:latin typeface="Cascadia Mono"/>
                <a:ea typeface="Cascadia Mono"/>
              </a:rPr>
              <a:t>* t2;</a:t>
            </a:r>
            <a:endParaRPr lang="en-IN" sz="950" b="0" u="none" strike="noStrike">
              <a:solidFill>
                <a:srgbClr val="000000"/>
              </a:solidFill>
              <a:effectLst/>
              <a:uFillTx/>
              <a:latin typeface="Arial"/>
            </a:endParaRPr>
          </a:p>
          <a:p>
            <a:r>
              <a:rPr lang="en-IN" sz="1000" b="0" u="none" strike="noStrike">
                <a:solidFill>
                  <a:srgbClr val="000000"/>
                </a:solidFill>
                <a:effectLst/>
                <a:uFillTx/>
                <a:latin typeface="Arial"/>
                <a:ea typeface="DejaVu Sans"/>
              </a:rPr>
              <a:t>    t = assignment_expression();</a:t>
            </a:r>
            <a:endParaRPr lang="en-IN" sz="1000" b="0" u="none" strike="noStrike">
              <a:solidFill>
                <a:srgbClr val="000000"/>
              </a:solidFill>
              <a:effectLst/>
              <a:uFillTx/>
              <a:latin typeface="Cascadia Mono"/>
              <a:ea typeface="Cascadia Mono"/>
            </a:endParaRPr>
          </a:p>
          <a:p>
            <a:endParaRPr lang="en-IN" sz="1000" b="0" u="none" strike="noStrike">
              <a:solidFill>
                <a:srgbClr val="000000"/>
              </a:solidFill>
              <a:effectLst/>
              <a:uFillTx/>
              <a:latin typeface="Cascadia Mono"/>
              <a:ea typeface="Cascadia Mono"/>
            </a:endParaRPr>
          </a:p>
          <a:p>
            <a:r>
              <a:rPr lang="en-IN" sz="950" b="0" u="none" strike="noStrike">
                <a:solidFill>
                  <a:srgbClr val="000000"/>
                </a:solidFill>
                <a:effectLst/>
                <a:uFillTx/>
                <a:latin typeface="Cascadia Mono"/>
                <a:ea typeface="Cascadia Mono"/>
              </a:rPr>
              <a:t>    </a:t>
            </a:r>
            <a:r>
              <a:rPr lang="en-IN" sz="950" b="0" u="none" strike="noStrike">
                <a:solidFill>
                  <a:srgbClr val="0000FF"/>
                </a:solidFill>
                <a:effectLst/>
                <a:uFillTx/>
                <a:latin typeface="Cascadia Mono"/>
                <a:ea typeface="Cascadia Mono"/>
              </a:rPr>
              <a:t>int</a:t>
            </a:r>
            <a:r>
              <a:rPr lang="en-IN" sz="950" b="0" u="none" strike="noStrike">
                <a:solidFill>
                  <a:srgbClr val="000000"/>
                </a:solidFill>
                <a:effectLst/>
                <a:uFillTx/>
                <a:latin typeface="Cascadia Mono"/>
                <a:ea typeface="Cascadia Mono"/>
              </a:rPr>
              <a:t> tok = getCurrentToken();</a:t>
            </a:r>
            <a:endParaRPr lang="en-IN" sz="950" b="0" u="none" strike="noStrike">
              <a:solidFill>
                <a:srgbClr val="000000"/>
              </a:solidFill>
              <a:effectLst/>
              <a:uFillTx/>
              <a:latin typeface="Arial"/>
            </a:endParaRPr>
          </a:p>
          <a:p>
            <a:r>
              <a:rPr lang="en-IN" sz="950" b="0" u="none" strike="noStrike">
                <a:solidFill>
                  <a:srgbClr val="000000"/>
                </a:solidFill>
                <a:effectLst/>
                <a:uFillTx/>
                <a:latin typeface="Cascadia Mono"/>
                <a:ea typeface="Cascadia Mono"/>
              </a:rPr>
              <a:t>    </a:t>
            </a:r>
            <a:r>
              <a:rPr lang="en-IN" sz="950" b="0" u="none" strike="noStrike">
                <a:solidFill>
                  <a:srgbClr val="0000FF"/>
                </a:solidFill>
                <a:effectLst/>
                <a:uFillTx/>
                <a:latin typeface="Cascadia Mono"/>
                <a:ea typeface="Cascadia Mono"/>
              </a:rPr>
              <a:t>if</a:t>
            </a:r>
            <a:r>
              <a:rPr lang="en-IN" sz="950" b="0" u="none" strike="noStrike">
                <a:solidFill>
                  <a:srgbClr val="000000"/>
                </a:solidFill>
                <a:effectLst/>
                <a:uFillTx/>
                <a:latin typeface="Cascadia Mono"/>
                <a:ea typeface="Cascadia Mono"/>
              </a:rPr>
              <a:t> (tok == </a:t>
            </a:r>
            <a:r>
              <a:rPr lang="en-IN" sz="950" b="0" u="none" strike="noStrike">
                <a:solidFill>
                  <a:srgbClr val="A31515"/>
                </a:solidFill>
                <a:effectLst/>
                <a:uFillTx/>
                <a:latin typeface="Cascadia Mono"/>
                <a:ea typeface="Cascadia Mono"/>
              </a:rPr>
              <a:t>','</a:t>
            </a:r>
            <a:r>
              <a:rPr lang="en-IN" sz="950" b="0" u="none" strike="noStrike">
                <a:solidFill>
                  <a:srgbClr val="000000"/>
                </a:solidFill>
                <a:effectLst/>
                <a:uFillTx/>
                <a:latin typeface="Cascadia Mono"/>
                <a:ea typeface="Cascadia Mono"/>
              </a:rPr>
              <a:t>)</a:t>
            </a:r>
            <a:endParaRPr lang="en-IN" sz="950" b="0" u="none" strike="noStrike">
              <a:solidFill>
                <a:srgbClr val="000000"/>
              </a:solidFill>
              <a:effectLst/>
              <a:uFillTx/>
              <a:latin typeface="Arial"/>
            </a:endParaRPr>
          </a:p>
          <a:p>
            <a:r>
              <a:rPr lang="en-IN" sz="1000" b="0" u="none" strike="noStrike">
                <a:solidFill>
                  <a:srgbClr val="000000"/>
                </a:solidFill>
                <a:effectLst/>
                <a:uFillTx/>
                <a:latin typeface="Arial"/>
                <a:ea typeface="DejaVu Sans"/>
              </a:rPr>
              <a:t>    {</a:t>
            </a:r>
            <a:endParaRPr lang="en-IN" sz="1000" b="0" u="none" strike="noStrike">
              <a:solidFill>
                <a:srgbClr val="000000"/>
              </a:solidFill>
              <a:effectLst/>
              <a:uFillTx/>
              <a:latin typeface="Cascadia Mono"/>
              <a:ea typeface="Cascadia Mono"/>
            </a:endParaRPr>
          </a:p>
          <a:p>
            <a:endParaRPr lang="en-IN" sz="1000" b="0" u="none" strike="noStrike">
              <a:solidFill>
                <a:srgbClr val="000000"/>
              </a:solidFill>
              <a:effectLst/>
              <a:uFillTx/>
              <a:latin typeface="Cascadia Mono"/>
              <a:ea typeface="Cascadia Mono"/>
            </a:endParaRPr>
          </a:p>
          <a:p>
            <a:r>
              <a:rPr lang="en-IN" sz="1000" b="0" u="none" strike="noStrike">
                <a:solidFill>
                  <a:srgbClr val="000000"/>
                </a:solidFill>
                <a:effectLst/>
                <a:uFillTx/>
                <a:latin typeface="Arial"/>
                <a:ea typeface="DejaVu Sans"/>
              </a:rPr>
              <a:t>        t2 = assignment_expression();</a:t>
            </a:r>
            <a:endParaRPr lang="en-IN" sz="1000" b="0" u="none" strike="noStrike">
              <a:solidFill>
                <a:srgbClr val="000000"/>
              </a:solidFill>
              <a:effectLst/>
              <a:uFillTx/>
              <a:latin typeface="Cascadia Mono"/>
              <a:ea typeface="Cascadia Mono"/>
            </a:endParaRPr>
          </a:p>
          <a:p>
            <a:endParaRPr lang="en-IN" sz="1000" b="0" u="none" strike="noStrike">
              <a:solidFill>
                <a:srgbClr val="000000"/>
              </a:solidFill>
              <a:effectLst/>
              <a:uFillTx/>
              <a:latin typeface="Cascadia Mono"/>
              <a:ea typeface="Cascadia Mono"/>
            </a:endParaRPr>
          </a:p>
          <a:p>
            <a:r>
              <a:rPr lang="en-IN" sz="950" b="0" u="none" strike="noStrike">
                <a:solidFill>
                  <a:srgbClr val="000000"/>
                </a:solidFill>
                <a:effectLst/>
                <a:uFillTx/>
                <a:latin typeface="Cascadia Mono"/>
                <a:ea typeface="Cascadia Mono"/>
              </a:rPr>
              <a:t>        </a:t>
            </a:r>
            <a:r>
              <a:rPr lang="en-IN" sz="950" b="0" u="none" strike="noStrike">
                <a:solidFill>
                  <a:srgbClr val="0000FF"/>
                </a:solidFill>
                <a:effectLst/>
                <a:uFillTx/>
                <a:latin typeface="Cascadia Mono"/>
                <a:ea typeface="Cascadia Mono"/>
              </a:rPr>
              <a:t>return</a:t>
            </a:r>
            <a:r>
              <a:rPr lang="en-IN" sz="950" b="0" u="none" strike="noStrike">
                <a:solidFill>
                  <a:srgbClr val="000000"/>
                </a:solidFill>
                <a:effectLst/>
                <a:uFillTx/>
                <a:latin typeface="Cascadia Mono"/>
                <a:ea typeface="Cascadia Mono"/>
              </a:rPr>
              <a:t> t2;</a:t>
            </a:r>
            <a:endParaRPr lang="en-IN" sz="950" b="0" u="none" strike="noStrike">
              <a:solidFill>
                <a:srgbClr val="000000"/>
              </a:solidFill>
              <a:effectLst/>
              <a:uFillTx/>
              <a:latin typeface="Arial"/>
            </a:endParaRPr>
          </a:p>
          <a:p>
            <a:r>
              <a:rPr lang="en-IN" sz="1000" b="0" u="none" strike="noStrike">
                <a:solidFill>
                  <a:srgbClr val="000000"/>
                </a:solidFill>
                <a:effectLst/>
                <a:uFillTx/>
                <a:latin typeface="Arial"/>
                <a:ea typeface="DejaVu Sans"/>
              </a:rPr>
              <a:t>    }</a:t>
            </a:r>
            <a:endParaRPr lang="en-IN" sz="1000" b="0" u="none" strike="noStrike">
              <a:solidFill>
                <a:srgbClr val="000000"/>
              </a:solidFill>
              <a:effectLst/>
              <a:uFillTx/>
              <a:latin typeface="Cascadia Mono"/>
              <a:ea typeface="Cascadia Mono"/>
            </a:endParaRPr>
          </a:p>
          <a:p>
            <a:r>
              <a:rPr lang="en-IN" sz="950" b="0" u="none" strike="noStrike">
                <a:solidFill>
                  <a:srgbClr val="000000"/>
                </a:solidFill>
                <a:effectLst/>
                <a:uFillTx/>
                <a:latin typeface="Cascadia Mono"/>
                <a:ea typeface="Cascadia Mono"/>
              </a:rPr>
              <a:t>    </a:t>
            </a:r>
            <a:r>
              <a:rPr lang="en-IN" sz="950" b="0" u="none" strike="noStrike">
                <a:solidFill>
                  <a:srgbClr val="0000FF"/>
                </a:solidFill>
                <a:effectLst/>
                <a:uFillTx/>
                <a:latin typeface="Cascadia Mono"/>
                <a:ea typeface="Cascadia Mono"/>
              </a:rPr>
              <a:t>return</a:t>
            </a:r>
            <a:r>
              <a:rPr lang="en-IN" sz="950" b="0" u="none" strike="noStrike">
                <a:solidFill>
                  <a:srgbClr val="000000"/>
                </a:solidFill>
                <a:effectLst/>
                <a:uFillTx/>
                <a:latin typeface="Cascadia Mono"/>
                <a:ea typeface="Cascadia Mono"/>
              </a:rPr>
              <a:t> t;</a:t>
            </a:r>
            <a:endParaRPr lang="en-IN" sz="950" b="0" u="none" strike="noStrike">
              <a:solidFill>
                <a:srgbClr val="000000"/>
              </a:solidFill>
              <a:effectLst/>
              <a:uFillTx/>
              <a:latin typeface="Arial"/>
            </a:endParaRPr>
          </a:p>
          <a:p>
            <a:r>
              <a:rPr lang="en-IN" sz="1000" b="0" u="none" strike="noStrike">
                <a:solidFill>
                  <a:srgbClr val="000000"/>
                </a:solidFill>
                <a:effectLst/>
                <a:uFillTx/>
                <a:latin typeface="Arial"/>
                <a:ea typeface="DejaVu Sans"/>
              </a:rPr>
              <a:t>}</a:t>
            </a:r>
            <a:br>
              <a:rPr sz="1000"/>
            </a:br>
            <a:br>
              <a:rPr sz="1000"/>
            </a:br>
            <a:br>
              <a:rPr sz="1000"/>
            </a:br>
            <a:br>
              <a:rPr sz="1000"/>
            </a:br>
            <a:r>
              <a:rPr lang="en-IN" sz="1000" b="0" u="none" strike="noStrike">
                <a:solidFill>
                  <a:srgbClr val="000000"/>
                </a:solidFill>
                <a:effectLst/>
                <a:uFillTx/>
                <a:latin typeface="Amiri"/>
                <a:ea typeface="Cascadia Mono"/>
              </a:rPr>
              <a:t>   </a:t>
            </a:r>
            <a:br>
              <a:rPr sz="1000"/>
            </a:br>
            <a:br>
              <a:rPr sz="1000"/>
            </a:br>
            <a:r>
              <a:rPr lang="en-IN" sz="1000" b="0" u="none" strike="noStrike">
                <a:solidFill>
                  <a:srgbClr val="000000"/>
                </a:solidFill>
                <a:effectLst/>
                <a:uFillTx/>
                <a:latin typeface="Amiri"/>
                <a:ea typeface="Cascadia Mono"/>
              </a:rPr>
              <a:t> </a:t>
            </a:r>
            <a:endParaRPr lang="en-IN" sz="1000" b="0" u="none" strike="noStrike">
              <a:solidFill>
                <a:srgbClr val="000000"/>
              </a:solidFill>
              <a:effectLst/>
              <a:uFillTx/>
              <a:latin typeface="Arial"/>
            </a:endParaRPr>
          </a:p>
          <a:p>
            <a:pPr marL="720000">
              <a:lnSpc>
                <a:spcPct val="100000"/>
              </a:lnSpc>
              <a:tabLst>
                <a:tab pos="0" algn="l"/>
              </a:tabLst>
            </a:pPr>
            <a:endParaRPr lang="en-IN" sz="1000" b="0" u="none" strike="noStrike">
              <a:solidFill>
                <a:srgbClr val="000000"/>
              </a:solidFill>
              <a:effectLst/>
              <a:uFillTx/>
              <a:latin typeface="Arial"/>
            </a:endParaRPr>
          </a:p>
        </p:txBody>
      </p:sp>
      <p:sp>
        <p:nvSpPr>
          <p:cNvPr id="96" name="PlaceHolder 10"/>
          <p:cNvSpPr/>
          <p:nvPr/>
        </p:nvSpPr>
        <p:spPr>
          <a:xfrm>
            <a:off x="180720" y="721800"/>
            <a:ext cx="9719280" cy="538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br>
              <a:rPr sz="1000" dirty="0"/>
            </a:br>
            <a:r>
              <a:rPr lang="en-IN" sz="1000" b="0" u="none" strike="noStrike" dirty="0">
                <a:solidFill>
                  <a:srgbClr val="000000"/>
                </a:solidFill>
                <a:effectLst/>
                <a:uFillTx/>
                <a:latin typeface="Arial"/>
                <a:ea typeface="Microsoft YaHei"/>
              </a:rPr>
              <a:t>This is the driver code where execution of the parser starts</a:t>
            </a:r>
            <a:br>
              <a:rPr sz="1000" dirty="0"/>
            </a:br>
            <a:br>
              <a:rPr sz="1000" dirty="0"/>
            </a:br>
            <a:r>
              <a:rPr lang="en-IN" sz="1000" b="0" u="none" strike="noStrike" dirty="0">
                <a:solidFill>
                  <a:srgbClr val="000000"/>
                </a:solidFill>
                <a:effectLst/>
                <a:uFillTx/>
                <a:latin typeface="Arial"/>
                <a:ea typeface="Microsoft YaHei"/>
              </a:rPr>
              <a:t>expression:</a:t>
            </a:r>
            <a:br>
              <a:rPr sz="1000" dirty="0"/>
            </a:br>
            <a:r>
              <a:rPr lang="en-IN" sz="1000" b="0" u="none" strike="noStrike" dirty="0" err="1">
                <a:solidFill>
                  <a:srgbClr val="000000"/>
                </a:solidFill>
                <a:effectLst/>
                <a:uFillTx/>
                <a:latin typeface="Arial"/>
                <a:ea typeface="Microsoft YaHei"/>
              </a:rPr>
              <a:t>assignment_expression</a:t>
            </a:r>
            <a:r>
              <a:rPr lang="en-IN" sz="1000" b="0" u="none" strike="noStrike" dirty="0">
                <a:solidFill>
                  <a:srgbClr val="000000"/>
                </a:solidFill>
                <a:effectLst/>
                <a:uFillTx/>
                <a:latin typeface="Arial"/>
                <a:ea typeface="Microsoft YaHei"/>
              </a:rPr>
              <a:t> ‘,’ </a:t>
            </a:r>
            <a:r>
              <a:rPr lang="en-IN" sz="1000" b="0" u="none" strike="noStrike" dirty="0" err="1">
                <a:solidFill>
                  <a:srgbClr val="000000"/>
                </a:solidFill>
                <a:effectLst/>
                <a:uFillTx/>
                <a:latin typeface="Arial"/>
                <a:ea typeface="Microsoft YaHei"/>
              </a:rPr>
              <a:t>assignment_expression</a:t>
            </a:r>
            <a:br>
              <a:rPr sz="1000" dirty="0"/>
            </a:br>
            <a:br>
              <a:rPr sz="1000" dirty="0"/>
            </a:br>
            <a:br>
              <a:rPr sz="1000" dirty="0"/>
            </a:br>
            <a:br>
              <a:rPr sz="1000" dirty="0"/>
            </a:br>
            <a:r>
              <a:rPr lang="en-IN" sz="1000" b="0" u="none" strike="noStrike" dirty="0">
                <a:solidFill>
                  <a:srgbClr val="000000"/>
                </a:solidFill>
                <a:effectLst/>
                <a:uFillTx/>
                <a:latin typeface="Amiri"/>
                <a:ea typeface="Cascadia Mono"/>
              </a:rPr>
              <a:t>   </a:t>
            </a:r>
            <a:br>
              <a:rPr sz="1000" dirty="0"/>
            </a:br>
            <a:br>
              <a:rPr sz="1000" dirty="0"/>
            </a:br>
            <a:r>
              <a:rPr lang="en-IN" sz="1000" b="0" u="none" strike="noStrike" dirty="0">
                <a:solidFill>
                  <a:srgbClr val="000000"/>
                </a:solidFill>
                <a:effectLst/>
                <a:uFillTx/>
                <a:latin typeface="Amiri"/>
                <a:ea typeface="Cascadia Mono"/>
              </a:rPr>
              <a:t> </a:t>
            </a:r>
            <a:endParaRPr lang="en-IN" sz="1000" b="0" u="none" strike="noStrike" dirty="0">
              <a:solidFill>
                <a:srgbClr val="000000"/>
              </a:solidFill>
              <a:effectLst/>
              <a:uFillTx/>
              <a:latin typeface="Arial"/>
            </a:endParaRPr>
          </a:p>
          <a:p>
            <a:pPr marL="720000">
              <a:lnSpc>
                <a:spcPct val="100000"/>
              </a:lnSpc>
              <a:tabLst>
                <a:tab pos="0" algn="l"/>
              </a:tabLst>
            </a:pPr>
            <a:endParaRPr lang="en-IN" sz="1000" b="0" u="none" strike="noStrike" dirty="0">
              <a:solidFill>
                <a:srgbClr val="000000"/>
              </a:solidFill>
              <a:effectLst/>
              <a:uFillTx/>
              <a:latin typeface="Arial"/>
            </a:endParaRPr>
          </a:p>
        </p:txBody>
      </p:sp>
      <p:sp>
        <p:nvSpPr>
          <p:cNvPr id="2" name="PlaceHolder 1"/>
          <p:cNvSpPr>
            <a:spLocks noGrp="1"/>
          </p:cNvSpPr>
          <p:nvPr>
            <p:ph type="sldNum" idx="3"/>
          </p:nvPr>
        </p:nvSpPr>
        <p:spPr/>
        <p:txBody>
          <a:bodyPr/>
          <a:lstStyle/>
          <a:p>
            <a:fld id="{3A85C630-28BF-4455-B5B8-22AE8BD0F28D}" type="slidenum">
              <a:r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ceHolder 7">
            <a:extLst>
              <a:ext uri="{FF2B5EF4-FFF2-40B4-BE49-F238E27FC236}">
                <a16:creationId xmlns:a16="http://schemas.microsoft.com/office/drawing/2014/main" id="{AFBDF438-73F1-59A3-69D7-152BB7B51A0E}"/>
              </a:ext>
            </a:extLst>
          </p:cNvPr>
          <p:cNvSpPr txBox="1"/>
          <p:nvPr/>
        </p:nvSpPr>
        <p:spPr>
          <a:xfrm>
            <a:off x="360000" y="218520"/>
            <a:ext cx="9358200" cy="503280"/>
          </a:xfrm>
          <a:prstGeom prst="rect">
            <a:avLst/>
          </a:prstGeom>
          <a:noFill/>
          <a:ln w="0">
            <a:noFill/>
          </a:ln>
        </p:spPr>
        <p:txBody>
          <a:bodyPr lIns="0" tIns="0" rIns="0" bIns="0" anchor="ctr">
            <a:spAutoFit/>
          </a:bodyPr>
          <a:lstStyle/>
          <a:p>
            <a:pPr algn="ctr">
              <a:lnSpc>
                <a:spcPct val="100000"/>
              </a:lnSpc>
              <a:tabLst>
                <a:tab pos="0" algn="l"/>
              </a:tabLst>
            </a:pPr>
            <a:r>
              <a:rPr lang="en-IN" sz="3300" dirty="0">
                <a:solidFill>
                  <a:srgbClr val="EEEEEE"/>
                </a:solidFill>
              </a:rPr>
              <a:t>Parsing an expression- </a:t>
            </a:r>
            <a:r>
              <a:rPr lang="en-IN" sz="3300" dirty="0">
                <a:solidFill>
                  <a:srgbClr val="EEEEEE"/>
                </a:solidFill>
                <a:latin typeface="Arial"/>
              </a:rPr>
              <a:t>Tree flow</a:t>
            </a:r>
            <a:endParaRPr lang="en-IN" sz="3300" b="0" u="none" strike="noStrike" dirty="0">
              <a:solidFill>
                <a:srgbClr val="000000"/>
              </a:solidFill>
              <a:effectLst/>
              <a:uFillTx/>
              <a:latin typeface="Arial"/>
            </a:endParaRPr>
          </a:p>
        </p:txBody>
      </p:sp>
      <p:sp>
        <p:nvSpPr>
          <p:cNvPr id="7" name="PlaceHolder 10">
            <a:extLst>
              <a:ext uri="{FF2B5EF4-FFF2-40B4-BE49-F238E27FC236}">
                <a16:creationId xmlns:a16="http://schemas.microsoft.com/office/drawing/2014/main" id="{AAB97A8B-087C-5F4B-0F74-5E6304017267}"/>
              </a:ext>
            </a:extLst>
          </p:cNvPr>
          <p:cNvSpPr/>
          <p:nvPr/>
        </p:nvSpPr>
        <p:spPr>
          <a:xfrm>
            <a:off x="2632616" y="721800"/>
            <a:ext cx="5779865" cy="361758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br>
              <a:rPr sz="1000" dirty="0"/>
            </a:br>
            <a:r>
              <a:rPr lang="en-IN" sz="1000" b="0" u="none" strike="noStrike" dirty="0">
                <a:solidFill>
                  <a:srgbClr val="000000"/>
                </a:solidFill>
                <a:effectLst/>
                <a:uFillTx/>
                <a:latin typeface="Arial"/>
                <a:ea typeface="Microsoft YaHei"/>
              </a:rPr>
              <a:t>This is the </a:t>
            </a:r>
            <a:r>
              <a:rPr lang="en-IN" sz="1000" dirty="0">
                <a:solidFill>
                  <a:srgbClr val="000000"/>
                </a:solidFill>
                <a:latin typeface="Arial"/>
                <a:ea typeface="Microsoft YaHei"/>
              </a:rPr>
              <a:t>tree flow of expression from top to bottom(we can see primary expression is a the bottom)</a:t>
            </a:r>
            <a:br>
              <a:rPr lang="en-IN" sz="1000" dirty="0">
                <a:solidFill>
                  <a:srgbClr val="000000"/>
                </a:solidFill>
                <a:latin typeface="Arial"/>
                <a:ea typeface="Microsoft YaHei"/>
              </a:rPr>
            </a:br>
            <a:br>
              <a:rPr sz="1000" dirty="0"/>
            </a:br>
            <a:br>
              <a:rPr sz="1000" dirty="0"/>
            </a:br>
            <a:br>
              <a:rPr sz="1000" dirty="0"/>
            </a:br>
            <a:br>
              <a:rPr sz="1000" dirty="0"/>
            </a:br>
            <a:br>
              <a:rPr sz="1000" dirty="0"/>
            </a:br>
            <a:br>
              <a:rPr sz="1000" dirty="0"/>
            </a:br>
            <a:r>
              <a:rPr lang="en-IN" sz="1000" b="0" u="none" strike="noStrike" dirty="0">
                <a:solidFill>
                  <a:srgbClr val="000000"/>
                </a:solidFill>
                <a:effectLst/>
                <a:uFillTx/>
                <a:latin typeface="Amiri"/>
                <a:ea typeface="Cascadia Mono"/>
              </a:rPr>
              <a:t>   </a:t>
            </a:r>
            <a:br>
              <a:rPr sz="1000" dirty="0"/>
            </a:br>
            <a:br>
              <a:rPr sz="1000" dirty="0"/>
            </a:br>
            <a:r>
              <a:rPr lang="en-IN" sz="1000" b="0" u="none" strike="noStrike" dirty="0">
                <a:solidFill>
                  <a:srgbClr val="000000"/>
                </a:solidFill>
                <a:effectLst/>
                <a:uFillTx/>
                <a:latin typeface="Amiri"/>
                <a:ea typeface="Cascadia Mono"/>
              </a:rPr>
              <a:t> </a:t>
            </a:r>
            <a:endParaRPr lang="en-IN" sz="1000" b="0" u="none" strike="noStrike" dirty="0">
              <a:solidFill>
                <a:srgbClr val="000000"/>
              </a:solidFill>
              <a:effectLst/>
              <a:uFillTx/>
              <a:latin typeface="Arial"/>
            </a:endParaRPr>
          </a:p>
          <a:p>
            <a:pPr marL="720000">
              <a:lnSpc>
                <a:spcPct val="100000"/>
              </a:lnSpc>
              <a:tabLst>
                <a:tab pos="0" algn="l"/>
              </a:tabLst>
            </a:pPr>
            <a:endParaRPr lang="en-IN" sz="1000" b="0" u="none" strike="noStrike" dirty="0">
              <a:solidFill>
                <a:srgbClr val="000000"/>
              </a:solidFill>
              <a:effectLst/>
              <a:uFillTx/>
              <a:latin typeface="Arial"/>
            </a:endParaRPr>
          </a:p>
        </p:txBody>
      </p:sp>
      <p:pic>
        <p:nvPicPr>
          <p:cNvPr id="11" name="Picture 10">
            <a:extLst>
              <a:ext uri="{FF2B5EF4-FFF2-40B4-BE49-F238E27FC236}">
                <a16:creationId xmlns:a16="http://schemas.microsoft.com/office/drawing/2014/main" id="{457F1B51-3D0F-037A-D58E-127F6F38CFB6}"/>
              </a:ext>
            </a:extLst>
          </p:cNvPr>
          <p:cNvPicPr>
            <a:picLocks noChangeAspect="1"/>
          </p:cNvPicPr>
          <p:nvPr/>
        </p:nvPicPr>
        <p:blipFill>
          <a:blip r:embed="rId2"/>
          <a:stretch>
            <a:fillRect/>
          </a:stretch>
        </p:blipFill>
        <p:spPr>
          <a:xfrm>
            <a:off x="2821128" y="1106905"/>
            <a:ext cx="4435944" cy="3841845"/>
          </a:xfrm>
          <a:prstGeom prst="rect">
            <a:avLst/>
          </a:prstGeom>
        </p:spPr>
      </p:pic>
    </p:spTree>
    <p:extLst>
      <p:ext uri="{BB962C8B-B14F-4D97-AF65-F5344CB8AC3E}">
        <p14:creationId xmlns:p14="http://schemas.microsoft.com/office/powerpoint/2010/main" val="1365099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9B476-0A8C-51BB-ACFA-00D960A41F0C}"/>
            </a:ext>
          </a:extLst>
        </p:cNvPr>
        <p:cNvGrpSpPr/>
        <p:nvPr/>
      </p:nvGrpSpPr>
      <p:grpSpPr>
        <a:xfrm>
          <a:off x="0" y="0"/>
          <a:ext cx="0" cy="0"/>
          <a:chOff x="0" y="0"/>
          <a:chExt cx="0" cy="0"/>
        </a:xfrm>
      </p:grpSpPr>
      <p:sp>
        <p:nvSpPr>
          <p:cNvPr id="5" name="PlaceHolder 7">
            <a:extLst>
              <a:ext uri="{FF2B5EF4-FFF2-40B4-BE49-F238E27FC236}">
                <a16:creationId xmlns:a16="http://schemas.microsoft.com/office/drawing/2014/main" id="{2955B435-695F-C25B-EAEE-76996D0740C3}"/>
              </a:ext>
            </a:extLst>
          </p:cNvPr>
          <p:cNvSpPr txBox="1"/>
          <p:nvPr/>
        </p:nvSpPr>
        <p:spPr>
          <a:xfrm>
            <a:off x="360000" y="218520"/>
            <a:ext cx="9358200" cy="503280"/>
          </a:xfrm>
          <a:prstGeom prst="rect">
            <a:avLst/>
          </a:prstGeom>
          <a:noFill/>
          <a:ln w="0">
            <a:noFill/>
          </a:ln>
        </p:spPr>
        <p:txBody>
          <a:bodyPr lIns="0" tIns="0" rIns="0" bIns="0" anchor="ctr">
            <a:spAutoFit/>
          </a:bodyPr>
          <a:lstStyle/>
          <a:p>
            <a:pPr algn="ctr">
              <a:lnSpc>
                <a:spcPct val="100000"/>
              </a:lnSpc>
              <a:tabLst>
                <a:tab pos="0" algn="l"/>
              </a:tabLst>
            </a:pPr>
            <a:r>
              <a:rPr lang="en-IN" sz="3300" dirty="0">
                <a:solidFill>
                  <a:srgbClr val="EEEEEE"/>
                </a:solidFill>
              </a:rPr>
              <a:t>Parsing an expression- dry running</a:t>
            </a:r>
            <a:endParaRPr lang="en-IN" sz="3300" b="0" u="none" strike="noStrike" dirty="0">
              <a:solidFill>
                <a:srgbClr val="000000"/>
              </a:solidFill>
              <a:effectLst/>
              <a:uFillTx/>
              <a:latin typeface="Arial"/>
            </a:endParaRPr>
          </a:p>
        </p:txBody>
      </p:sp>
      <p:sp>
        <p:nvSpPr>
          <p:cNvPr id="7" name="PlaceHolder 10">
            <a:extLst>
              <a:ext uri="{FF2B5EF4-FFF2-40B4-BE49-F238E27FC236}">
                <a16:creationId xmlns:a16="http://schemas.microsoft.com/office/drawing/2014/main" id="{83DB9AD9-7A3F-59E3-DBF4-69D1F69E620C}"/>
              </a:ext>
            </a:extLst>
          </p:cNvPr>
          <p:cNvSpPr/>
          <p:nvPr/>
        </p:nvSpPr>
        <p:spPr>
          <a:xfrm>
            <a:off x="1018674" y="649610"/>
            <a:ext cx="8229600" cy="361758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br>
              <a:rPr sz="1000" dirty="0"/>
            </a:br>
            <a:r>
              <a:rPr lang="en-US" sz="1000" dirty="0"/>
              <a:t>We will take an example and try to run that C expression, the following tree we get below show in picture(yellow highlighted are terminals)</a:t>
            </a:r>
            <a:br>
              <a:rPr lang="en-US" sz="1000" dirty="0"/>
            </a:br>
            <a:r>
              <a:rPr lang="en-US" sz="1000" dirty="0"/>
              <a:t>                                        example :- </a:t>
            </a:r>
            <a:r>
              <a:rPr lang="pt-BR" sz="1000" dirty="0"/>
              <a:t> a = b * c + d - k;</a:t>
            </a:r>
            <a:br>
              <a:rPr lang="pt-BR" sz="1000" dirty="0"/>
            </a:br>
            <a:br>
              <a:rPr lang="pt-BR" sz="1000" dirty="0"/>
            </a:br>
            <a:br>
              <a:rPr lang="en-IN" sz="1000" dirty="0">
                <a:solidFill>
                  <a:srgbClr val="000000"/>
                </a:solidFill>
                <a:latin typeface="Arial"/>
                <a:ea typeface="Microsoft YaHei"/>
              </a:rPr>
            </a:br>
            <a:br>
              <a:rPr sz="1000" dirty="0"/>
            </a:br>
            <a:br>
              <a:rPr sz="1000" dirty="0"/>
            </a:br>
            <a:br>
              <a:rPr sz="1000" dirty="0"/>
            </a:br>
            <a:br>
              <a:rPr sz="1000" dirty="0"/>
            </a:br>
            <a:br>
              <a:rPr sz="1000" dirty="0"/>
            </a:br>
            <a:br>
              <a:rPr sz="1000" dirty="0"/>
            </a:br>
            <a:r>
              <a:rPr lang="en-IN" sz="1000" b="0" u="none" strike="noStrike" dirty="0">
                <a:solidFill>
                  <a:srgbClr val="000000"/>
                </a:solidFill>
                <a:effectLst/>
                <a:uFillTx/>
                <a:latin typeface="Amiri"/>
                <a:ea typeface="Cascadia Mono"/>
              </a:rPr>
              <a:t>   </a:t>
            </a:r>
            <a:br>
              <a:rPr sz="1000" dirty="0"/>
            </a:br>
            <a:br>
              <a:rPr sz="1000" dirty="0"/>
            </a:br>
            <a:r>
              <a:rPr lang="en-IN" sz="1000" b="0" u="none" strike="noStrike" dirty="0">
                <a:solidFill>
                  <a:srgbClr val="000000"/>
                </a:solidFill>
                <a:effectLst/>
                <a:uFillTx/>
                <a:latin typeface="Amiri"/>
                <a:ea typeface="Cascadia Mono"/>
              </a:rPr>
              <a:t> </a:t>
            </a:r>
            <a:endParaRPr lang="en-IN" sz="1000" b="0" u="none" strike="noStrike" dirty="0">
              <a:solidFill>
                <a:srgbClr val="000000"/>
              </a:solidFill>
              <a:effectLst/>
              <a:uFillTx/>
              <a:latin typeface="Arial"/>
            </a:endParaRPr>
          </a:p>
          <a:p>
            <a:pPr marL="720000">
              <a:lnSpc>
                <a:spcPct val="100000"/>
              </a:lnSpc>
              <a:tabLst>
                <a:tab pos="0" algn="l"/>
              </a:tabLst>
            </a:pPr>
            <a:endParaRPr lang="en-IN" sz="1000" b="0" u="none" strike="noStrike" dirty="0">
              <a:solidFill>
                <a:srgbClr val="000000"/>
              </a:solidFill>
              <a:effectLst/>
              <a:uFillTx/>
              <a:latin typeface="Arial"/>
            </a:endParaRPr>
          </a:p>
        </p:txBody>
      </p:sp>
      <p:pic>
        <p:nvPicPr>
          <p:cNvPr id="3" name="Picture 2">
            <a:extLst>
              <a:ext uri="{FF2B5EF4-FFF2-40B4-BE49-F238E27FC236}">
                <a16:creationId xmlns:a16="http://schemas.microsoft.com/office/drawing/2014/main" id="{7394FB5F-5BC2-D6B9-6E1B-A83D5CB4BE44}"/>
              </a:ext>
            </a:extLst>
          </p:cNvPr>
          <p:cNvPicPr>
            <a:picLocks noChangeAspect="1"/>
          </p:cNvPicPr>
          <p:nvPr/>
        </p:nvPicPr>
        <p:blipFill>
          <a:blip r:embed="rId2"/>
          <a:stretch>
            <a:fillRect/>
          </a:stretch>
        </p:blipFill>
        <p:spPr>
          <a:xfrm>
            <a:off x="1238906" y="1152890"/>
            <a:ext cx="7488093" cy="4365949"/>
          </a:xfrm>
          <a:prstGeom prst="rect">
            <a:avLst/>
          </a:prstGeom>
        </p:spPr>
      </p:pic>
    </p:spTree>
    <p:extLst>
      <p:ext uri="{BB962C8B-B14F-4D97-AF65-F5344CB8AC3E}">
        <p14:creationId xmlns:p14="http://schemas.microsoft.com/office/powerpoint/2010/main" val="3498768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AA11-AE7F-A883-8239-FDE8F5CC4295}"/>
            </a:ext>
          </a:extLst>
        </p:cNvPr>
        <p:cNvGrpSpPr/>
        <p:nvPr/>
      </p:nvGrpSpPr>
      <p:grpSpPr>
        <a:xfrm>
          <a:off x="0" y="0"/>
          <a:ext cx="0" cy="0"/>
          <a:chOff x="0" y="0"/>
          <a:chExt cx="0" cy="0"/>
        </a:xfrm>
      </p:grpSpPr>
      <p:sp>
        <p:nvSpPr>
          <p:cNvPr id="5" name="PlaceHolder 7">
            <a:extLst>
              <a:ext uri="{FF2B5EF4-FFF2-40B4-BE49-F238E27FC236}">
                <a16:creationId xmlns:a16="http://schemas.microsoft.com/office/drawing/2014/main" id="{8E7B4461-33AA-9009-F95C-C2ED6E26AD02}"/>
              </a:ext>
            </a:extLst>
          </p:cNvPr>
          <p:cNvSpPr txBox="1"/>
          <p:nvPr/>
        </p:nvSpPr>
        <p:spPr>
          <a:xfrm>
            <a:off x="360000" y="218520"/>
            <a:ext cx="9358200" cy="503280"/>
          </a:xfrm>
          <a:prstGeom prst="rect">
            <a:avLst/>
          </a:prstGeom>
          <a:noFill/>
          <a:ln w="0">
            <a:noFill/>
          </a:ln>
        </p:spPr>
        <p:txBody>
          <a:bodyPr lIns="0" tIns="0" rIns="0" bIns="0" anchor="ctr">
            <a:spAutoFit/>
          </a:bodyPr>
          <a:lstStyle/>
          <a:p>
            <a:pPr algn="ctr">
              <a:lnSpc>
                <a:spcPct val="100000"/>
              </a:lnSpc>
              <a:tabLst>
                <a:tab pos="0" algn="l"/>
              </a:tabLst>
            </a:pPr>
            <a:r>
              <a:rPr lang="en-IN" sz="3300" dirty="0">
                <a:solidFill>
                  <a:srgbClr val="EEEEEE"/>
                </a:solidFill>
              </a:rPr>
              <a:t>Parsing an expression- dry running</a:t>
            </a:r>
            <a:endParaRPr lang="en-IN" sz="3300" b="0" u="none" strike="noStrike" dirty="0">
              <a:solidFill>
                <a:srgbClr val="000000"/>
              </a:solidFill>
              <a:effectLst/>
              <a:uFillTx/>
              <a:latin typeface="Arial"/>
            </a:endParaRPr>
          </a:p>
        </p:txBody>
      </p:sp>
      <p:sp>
        <p:nvSpPr>
          <p:cNvPr id="7" name="PlaceHolder 10">
            <a:extLst>
              <a:ext uri="{FF2B5EF4-FFF2-40B4-BE49-F238E27FC236}">
                <a16:creationId xmlns:a16="http://schemas.microsoft.com/office/drawing/2014/main" id="{740A5F7F-06BA-9F11-3240-240F893C02C3}"/>
              </a:ext>
            </a:extLst>
          </p:cNvPr>
          <p:cNvSpPr/>
          <p:nvPr/>
        </p:nvSpPr>
        <p:spPr>
          <a:xfrm>
            <a:off x="1018674" y="649610"/>
            <a:ext cx="8229600" cy="361758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br>
              <a:rPr sz="1000" dirty="0"/>
            </a:br>
            <a:r>
              <a:rPr lang="en-US" sz="1000" dirty="0"/>
              <a:t>Main concept here is the cascading , for example if the first token in an identifier ‘a’ then it will cascade from top(Expression) to the bottom(primary expression) as given the tree flow, if in case </a:t>
            </a:r>
            <a:r>
              <a:rPr lang="en-US" sz="1000" dirty="0" err="1"/>
              <a:t>i</a:t>
            </a:r>
            <a:r>
              <a:rPr lang="en-US" sz="1000" dirty="0"/>
              <a:t>‘+’ operator token occurs then it will cascade down to Additive Expression function where it will match with ‘+’ operator and then continue the loop/recursion till an ‘;’ ids not occurred, now after reading ‘+’ operator token, a new token identifier  ‘d’ occurs then it will cascade down from Additive Expression  to Primary Expression function for matching the identifier ‘d’</a:t>
            </a:r>
            <a:br>
              <a:rPr lang="pt-BR" sz="1000" dirty="0"/>
            </a:br>
            <a:br>
              <a:rPr lang="pt-BR" sz="1000" dirty="0"/>
            </a:br>
            <a:br>
              <a:rPr lang="en-IN" sz="1000" dirty="0">
                <a:solidFill>
                  <a:srgbClr val="000000"/>
                </a:solidFill>
                <a:latin typeface="Arial"/>
                <a:ea typeface="Microsoft YaHei"/>
              </a:rPr>
            </a:br>
            <a:br>
              <a:rPr sz="1000" dirty="0"/>
            </a:br>
            <a:br>
              <a:rPr sz="1000" dirty="0"/>
            </a:br>
            <a:br>
              <a:rPr sz="1000" dirty="0"/>
            </a:br>
            <a:br>
              <a:rPr sz="1000" dirty="0"/>
            </a:br>
            <a:br>
              <a:rPr sz="1000" dirty="0"/>
            </a:br>
            <a:br>
              <a:rPr sz="1000" dirty="0"/>
            </a:br>
            <a:r>
              <a:rPr lang="en-IN" sz="1000" b="0" u="none" strike="noStrike" dirty="0">
                <a:solidFill>
                  <a:srgbClr val="000000"/>
                </a:solidFill>
                <a:effectLst/>
                <a:uFillTx/>
                <a:latin typeface="Amiri"/>
                <a:ea typeface="Cascadia Mono"/>
              </a:rPr>
              <a:t>   </a:t>
            </a:r>
            <a:br>
              <a:rPr sz="1000" dirty="0"/>
            </a:br>
            <a:br>
              <a:rPr sz="1000" dirty="0"/>
            </a:br>
            <a:r>
              <a:rPr lang="en-IN" sz="1000" b="0" u="none" strike="noStrike" dirty="0">
                <a:solidFill>
                  <a:srgbClr val="000000"/>
                </a:solidFill>
                <a:effectLst/>
                <a:uFillTx/>
                <a:latin typeface="Amiri"/>
                <a:ea typeface="Cascadia Mono"/>
              </a:rPr>
              <a:t> </a:t>
            </a:r>
            <a:endParaRPr lang="en-IN" sz="1000" b="0" u="none" strike="noStrike" dirty="0">
              <a:solidFill>
                <a:srgbClr val="000000"/>
              </a:solidFill>
              <a:effectLst/>
              <a:uFillTx/>
              <a:latin typeface="Arial"/>
            </a:endParaRPr>
          </a:p>
          <a:p>
            <a:pPr marL="720000">
              <a:lnSpc>
                <a:spcPct val="100000"/>
              </a:lnSpc>
              <a:tabLst>
                <a:tab pos="0" algn="l"/>
              </a:tabLst>
            </a:pPr>
            <a:endParaRPr lang="en-IN" sz="1000" b="0" u="none" strike="noStrike" dirty="0">
              <a:solidFill>
                <a:srgbClr val="000000"/>
              </a:solidFill>
              <a:effectLst/>
              <a:uFillTx/>
              <a:latin typeface="Arial"/>
            </a:endParaRPr>
          </a:p>
        </p:txBody>
      </p:sp>
      <p:pic>
        <p:nvPicPr>
          <p:cNvPr id="9" name="Picture 8">
            <a:extLst>
              <a:ext uri="{FF2B5EF4-FFF2-40B4-BE49-F238E27FC236}">
                <a16:creationId xmlns:a16="http://schemas.microsoft.com/office/drawing/2014/main" id="{38737186-346D-F272-F45B-C3B8A6670E15}"/>
              </a:ext>
            </a:extLst>
          </p:cNvPr>
          <p:cNvPicPr>
            <a:picLocks noChangeAspect="1"/>
          </p:cNvPicPr>
          <p:nvPr/>
        </p:nvPicPr>
        <p:blipFill>
          <a:blip r:embed="rId2"/>
          <a:stretch>
            <a:fillRect/>
          </a:stretch>
        </p:blipFill>
        <p:spPr>
          <a:xfrm>
            <a:off x="2881507" y="1403351"/>
            <a:ext cx="4317609" cy="3739358"/>
          </a:xfrm>
          <a:prstGeom prst="rect">
            <a:avLst/>
          </a:prstGeom>
        </p:spPr>
      </p:pic>
    </p:spTree>
    <p:extLst>
      <p:ext uri="{BB962C8B-B14F-4D97-AF65-F5344CB8AC3E}">
        <p14:creationId xmlns:p14="http://schemas.microsoft.com/office/powerpoint/2010/main" val="747549244"/>
      </p:ext>
    </p:extLst>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2007</TotalTime>
  <Words>3640</Words>
  <Application>Microsoft Office PowerPoint</Application>
  <PresentationFormat>Custom</PresentationFormat>
  <Paragraphs>196</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Amiri</vt:lpstr>
      <vt:lpstr>Arial</vt:lpstr>
      <vt:lpstr>Cascadia Mono</vt:lpstr>
      <vt:lpstr>Times New Roman</vt:lpstr>
      <vt:lpstr>Wingdings</vt:lpstr>
      <vt:lpstr>Office</vt:lpstr>
      <vt:lpstr>Proto C Parser  by Daipayan Bhowal</vt:lpstr>
      <vt:lpstr>Designing expression parser</vt:lpstr>
      <vt:lpstr>Designing expression parser</vt:lpstr>
      <vt:lpstr>Designing expression parser- inlining</vt:lpstr>
      <vt:lpstr>Designing expression parser- commonality</vt:lpstr>
      <vt:lpstr>Expression parsing -left recursion removal</vt:lpstr>
      <vt:lpstr>Designing expression parser- left recursion removal</vt:lpstr>
      <vt:lpstr>Designing expression parser- merging/cyclic reference</vt:lpstr>
      <vt:lpstr>Designing expression parser- merging/cyclic reference</vt:lpstr>
      <vt:lpstr>Designing expression parser- left factoring</vt:lpstr>
      <vt:lpstr>Designing expression parser- left factoring</vt:lpstr>
      <vt:lpstr>Designing expression parser- Terminals</vt:lpstr>
      <vt:lpstr>Designing expression parser- Halting problem</vt:lpstr>
      <vt:lpstr>Designing expression parser- Tree Structure </vt:lpstr>
      <vt:lpstr>Designing expression parser- coding pattern</vt:lpstr>
      <vt:lpstr>Designing expression parser- Termination condition</vt:lpstr>
      <vt:lpstr>Designing expression parser- Termination condition</vt:lpstr>
      <vt:lpstr>Designing expression parser- Conflicts in Termination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Curve</dc:title>
  <dc:subject/>
  <dc:creator/>
  <dc:description>This work is licensed under a Creative Commons 0 License.
It makes use of the works of kka_libo_design@ashisuto.co.jp.</dc:description>
  <cp:lastModifiedBy>Daipayan Bhowal</cp:lastModifiedBy>
  <cp:revision>236</cp:revision>
  <dcterms:created xsi:type="dcterms:W3CDTF">2026-05-10T11:41:53Z</dcterms:created>
  <dcterms:modified xsi:type="dcterms:W3CDTF">2026-10-08T12:22:54Z</dcterms:modified>
  <dc:language>en-IN</dc:language>
</cp:coreProperties>
</file>