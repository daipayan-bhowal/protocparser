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_rels/slideMaster1.xml.rels" ContentType="application/vnd.openxmlformats-package.relationships+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presProps.xml" ContentType="application/vnd.openxmlformats-officedocument.presentationml.presProps+xml"/>
  <Override PartName="/ppt/media/image1.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Lst>
  <p:sldSz cx="10080625" cy="567055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Blue_Curve">
    <p:spTree>
      <p:nvGrpSpPr>
        <p:cNvPr id="1" name=""/>
        <p:cNvGrpSpPr/>
        <p:nvPr/>
      </p:nvGrpSpPr>
      <p:grpSpPr>
        <a:xfrm>
          <a:off x="0" y="0"/>
          <a:ext cx="0" cy="0"/>
          <a:chOff x="0" y="0"/>
          <a:chExt cx="0" cy="0"/>
        </a:xfrm>
      </p:grpSpPr>
      <p:sp>
        <p:nvSpPr>
          <p:cNvPr id="0" name=""/>
          <p:cNvSpPr/>
          <p:nvPr/>
        </p:nvSpPr>
        <p:spPr>
          <a:xfrm flipH="1" flipV="1">
            <a:off x="-2160" y="4497840"/>
            <a:ext cx="10078200" cy="1168200"/>
          </a:xfrm>
          <a:prstGeom prst="flowChartDocumen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1" name="PlaceHolder 1"/>
          <p:cNvSpPr>
            <a:spLocks noGrp="1"/>
          </p:cNvSpPr>
          <p:nvPr>
            <p:ph type="title"/>
          </p:nvPr>
        </p:nvSpPr>
        <p:spPr>
          <a:xfrm>
            <a:off x="0" y="1620000"/>
            <a:ext cx="8998200" cy="1078200"/>
          </a:xfrm>
          <a:prstGeom prst="rect">
            <a:avLst/>
          </a:prstGeom>
          <a:noFill/>
          <a:ln w="0">
            <a:noFill/>
          </a:ln>
        </p:spPr>
        <p:txBody>
          <a:bodyPr lIns="0" rIns="0" tIns="0" bIns="0" anchor="ctr">
            <a:noAutofit/>
          </a:bodyPr>
          <a:p>
            <a:pPr indent="0" algn="ctr">
              <a:lnSpc>
                <a:spcPct val="100000"/>
              </a:lnSpc>
              <a:buNone/>
              <a:tabLst>
                <a:tab algn="l" pos="0"/>
              </a:tabLst>
            </a:pPr>
            <a:r>
              <a:rPr b="0" lang="en-IN" sz="3300" strike="noStrike" u="none">
                <a:solidFill>
                  <a:srgbClr val="dd4100"/>
                </a:solidFill>
                <a:effectLst/>
                <a:uFillTx/>
                <a:latin typeface="Arial"/>
              </a:rPr>
              <a:t>Click to edit the title text format</a:t>
            </a:r>
            <a:endParaRPr b="0" lang="en-IN" sz="3300" strike="noStrike" u="none">
              <a:solidFill>
                <a:srgbClr val="000000"/>
              </a:solidFill>
              <a:effectLst/>
              <a:uFillTx/>
              <a:latin typeface="Arial"/>
            </a:endParaRPr>
          </a:p>
        </p:txBody>
      </p:sp>
      <p:sp>
        <p:nvSpPr>
          <p:cNvPr id="2" name="PlaceHolder 2"/>
          <p:cNvSpPr>
            <a:spLocks noGrp="1"/>
          </p:cNvSpPr>
          <p:nvPr>
            <p:ph type="body"/>
          </p:nvPr>
        </p:nvSpPr>
        <p:spPr>
          <a:xfrm>
            <a:off x="360000" y="2880000"/>
            <a:ext cx="9358200" cy="1618200"/>
          </a:xfrm>
          <a:prstGeom prst="rect">
            <a:avLst/>
          </a:prstGeom>
          <a:noFill/>
          <a:ln w="0">
            <a:noFill/>
          </a:ln>
        </p:spPr>
        <p:txBody>
          <a:bodyPr lIns="0" rIns="0" tIns="0" bIns="0" anchor="t">
            <a:normAutofit fontScale="85000" lnSpcReduction="19999"/>
          </a:bodyPr>
          <a:p>
            <a:pPr marL="432000" indent="-324000">
              <a:lnSpc>
                <a:spcPct val="100000"/>
              </a:lnSpc>
              <a:spcBef>
                <a:spcPts val="1060"/>
              </a:spcBef>
              <a:buClr>
                <a:srgbClr val="77caee"/>
              </a:buClr>
              <a:buSzPct val="45000"/>
              <a:buFont typeface="Wingdings" charset="2"/>
              <a:buChar char=""/>
            </a:pPr>
            <a:r>
              <a:rPr b="0" lang="en-IN" sz="2400" strike="noStrike" u="none">
                <a:solidFill>
                  <a:srgbClr val="009bdd"/>
                </a:solidFill>
                <a:effectLst/>
                <a:uFillTx/>
                <a:latin typeface="Arial"/>
              </a:rPr>
              <a:t>Click to edit the outline text format</a:t>
            </a:r>
            <a:endParaRPr b="0" lang="en-IN" sz="2400" strike="noStrike" u="none">
              <a:solidFill>
                <a:srgbClr val="000000"/>
              </a:solidFill>
              <a:effectLst/>
              <a:uFillTx/>
              <a:latin typeface="Arial"/>
            </a:endParaRPr>
          </a:p>
          <a:p>
            <a:pPr lvl="1" marL="864000" indent="-324000">
              <a:lnSpc>
                <a:spcPct val="100000"/>
              </a:lnSpc>
              <a:spcBef>
                <a:spcPts val="850"/>
              </a:spcBef>
              <a:buClr>
                <a:srgbClr val="77caee"/>
              </a:buClr>
              <a:buSzPct val="45000"/>
              <a:buFont typeface="Wingdings" charset="2"/>
              <a:buChar char=""/>
            </a:pPr>
            <a:r>
              <a:rPr b="0" lang="en-IN" sz="2100" strike="noStrike" u="none">
                <a:solidFill>
                  <a:srgbClr val="009bdd"/>
                </a:solidFill>
                <a:effectLst/>
                <a:uFillTx/>
                <a:latin typeface="Arial"/>
              </a:rPr>
              <a:t>Second Outline Level</a:t>
            </a:r>
            <a:endParaRPr b="0" lang="en-IN" sz="2100" strike="noStrike" u="none">
              <a:solidFill>
                <a:srgbClr val="000000"/>
              </a:solidFill>
              <a:effectLst/>
              <a:uFillTx/>
              <a:latin typeface="Arial"/>
            </a:endParaRPr>
          </a:p>
          <a:p>
            <a:pPr lvl="2" marL="1296000" indent="-288000">
              <a:lnSpc>
                <a:spcPct val="100000"/>
              </a:lnSpc>
              <a:spcBef>
                <a:spcPts val="635"/>
              </a:spcBef>
              <a:buClr>
                <a:srgbClr val="77caee"/>
              </a:buClr>
              <a:buSzPct val="45000"/>
              <a:buFont typeface="Wingdings" charset="2"/>
              <a:buChar char=""/>
            </a:pPr>
            <a:r>
              <a:rPr b="0" lang="en-IN" sz="1800" strike="noStrike" u="none">
                <a:solidFill>
                  <a:srgbClr val="009bdd"/>
                </a:solidFill>
                <a:effectLst/>
                <a:uFillTx/>
                <a:latin typeface="Arial"/>
              </a:rPr>
              <a:t>Third Outline Level</a:t>
            </a:r>
            <a:endParaRPr b="0" lang="en-IN" sz="1800" strike="noStrike" u="none">
              <a:solidFill>
                <a:srgbClr val="000000"/>
              </a:solidFill>
              <a:effectLst/>
              <a:uFillTx/>
              <a:latin typeface="Arial"/>
            </a:endParaRPr>
          </a:p>
          <a:p>
            <a:pPr lvl="3" marL="1728000" indent="-216000">
              <a:lnSpc>
                <a:spcPct val="100000"/>
              </a:lnSpc>
              <a:spcBef>
                <a:spcPts val="422"/>
              </a:spcBef>
              <a:buClr>
                <a:srgbClr val="77caee"/>
              </a:buClr>
              <a:buSzPct val="45000"/>
              <a:buFont typeface="Wingdings" charset="2"/>
              <a:buChar char=""/>
            </a:pPr>
            <a:r>
              <a:rPr b="0" lang="en-IN" sz="1500" strike="noStrike" u="none">
                <a:solidFill>
                  <a:srgbClr val="009bdd"/>
                </a:solidFill>
                <a:effectLst/>
                <a:uFillTx/>
                <a:latin typeface="Arial"/>
              </a:rPr>
              <a:t>Fourth Outline Level</a:t>
            </a:r>
            <a:endParaRPr b="0" lang="en-IN" sz="1500" strike="noStrike" u="none">
              <a:solidFill>
                <a:srgbClr val="000000"/>
              </a:solidFill>
              <a:effectLst/>
              <a:uFillTx/>
              <a:latin typeface="Arial"/>
            </a:endParaRPr>
          </a:p>
          <a:p>
            <a:pPr lvl="4" marL="2160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Fifth Outline Level</a:t>
            </a:r>
            <a:endParaRPr b="0" lang="en-IN" sz="1500" strike="noStrike" u="none">
              <a:solidFill>
                <a:srgbClr val="000000"/>
              </a:solidFill>
              <a:effectLst/>
              <a:uFillTx/>
              <a:latin typeface="Arial"/>
            </a:endParaRPr>
          </a:p>
          <a:p>
            <a:pPr lvl="5" marL="2592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Sixth Outline Level</a:t>
            </a:r>
            <a:endParaRPr b="0" lang="en-IN" sz="1500" strike="noStrike" u="none">
              <a:solidFill>
                <a:srgbClr val="000000"/>
              </a:solidFill>
              <a:effectLst/>
              <a:uFillTx/>
              <a:latin typeface="Arial"/>
            </a:endParaRPr>
          </a:p>
          <a:p>
            <a:pPr lvl="6" marL="3024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Seventh Outline Level</a:t>
            </a:r>
            <a:endParaRPr b="0" lang="en-IN" sz="1500" strike="noStrike" u="none">
              <a:solidFill>
                <a:srgbClr val="000000"/>
              </a:solidFill>
              <a:effectLst/>
              <a:uFillTx/>
              <a:latin typeface="Arial"/>
            </a:endParaRPr>
          </a:p>
        </p:txBody>
      </p:sp>
      <p:sp>
        <p:nvSpPr>
          <p:cNvPr id="3" name="PlaceHolder 3"/>
          <p:cNvSpPr>
            <a:spLocks noGrp="1"/>
          </p:cNvSpPr>
          <p:nvPr>
            <p:ph type="dt" idx="1"/>
          </p:nvPr>
        </p:nvSpPr>
        <p:spPr>
          <a:xfrm>
            <a:off x="360000" y="5220000"/>
            <a:ext cx="2338200" cy="358200"/>
          </a:xfrm>
          <a:prstGeom prst="rect">
            <a:avLst/>
          </a:prstGeom>
          <a:noFill/>
          <a:ln w="0">
            <a:noFill/>
          </a:ln>
        </p:spPr>
        <p:txBody>
          <a:bodyPr lIns="0" rIns="0" tIns="0" bIns="0" anchor="t">
            <a:noAutofit/>
          </a:bodyPr>
          <a:lstStyle>
            <a:lvl1pPr indent="0">
              <a:lnSpc>
                <a:spcPct val="100000"/>
              </a:lnSpc>
              <a:buNone/>
              <a:tabLst>
                <a:tab algn="l" pos="0"/>
              </a:tabLst>
              <a:defRPr b="0" lang="en-IN" sz="1400" strike="noStrike" u="none">
                <a:solidFill>
                  <a:srgbClr val="ffffff"/>
                </a:solidFill>
                <a:effectLst/>
                <a:uFillTx/>
                <a:latin typeface="Arial"/>
              </a:defRPr>
            </a:lvl1pPr>
          </a:lstStyle>
          <a:p>
            <a:pPr indent="0">
              <a:lnSpc>
                <a:spcPct val="100000"/>
              </a:lnSpc>
              <a:buNone/>
              <a:tabLst>
                <a:tab algn="l" pos="0"/>
              </a:tabLst>
            </a:pPr>
            <a:r>
              <a:rPr b="0" lang="en-IN" sz="1400" strike="noStrike" u="none">
                <a:solidFill>
                  <a:srgbClr val="ffffff"/>
                </a:solidFill>
                <a:effectLst/>
                <a:uFillTx/>
                <a:latin typeface="Arial"/>
              </a:rPr>
              <a:t>&lt;date/time&gt;</a:t>
            </a:r>
            <a:endParaRPr b="0" lang="en-IN" sz="1400" strike="noStrike" u="none">
              <a:solidFill>
                <a:srgbClr val="000000"/>
              </a:solidFill>
              <a:effectLst/>
              <a:uFillTx/>
              <a:latin typeface="Times New Roman"/>
            </a:endParaRPr>
          </a:p>
        </p:txBody>
      </p:sp>
      <p:sp>
        <p:nvSpPr>
          <p:cNvPr id="4" name="PlaceHolder 4"/>
          <p:cNvSpPr>
            <a:spLocks noGrp="1"/>
          </p:cNvSpPr>
          <p:nvPr>
            <p:ph type="ftr" idx="2"/>
          </p:nvPr>
        </p:nvSpPr>
        <p:spPr>
          <a:xfrm>
            <a:off x="3420000" y="5220000"/>
            <a:ext cx="3238200" cy="35820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ffffff"/>
                </a:solidFill>
                <a:effectLst/>
                <a:uFillTx/>
                <a:latin typeface="Arial"/>
              </a:defRPr>
            </a:lvl1pPr>
          </a:lstStyle>
          <a:p>
            <a:pPr indent="0" algn="ctr">
              <a:lnSpc>
                <a:spcPct val="100000"/>
              </a:lnSpc>
              <a:buNone/>
              <a:tabLst>
                <a:tab algn="l" pos="0"/>
              </a:tabLst>
            </a:pPr>
            <a:r>
              <a:rPr b="0" lang="en-IN" sz="1400" strike="noStrike" u="none">
                <a:solidFill>
                  <a:srgbClr val="ffffff"/>
                </a:solidFill>
                <a:effectLst/>
                <a:uFillTx/>
                <a:latin typeface="Arial"/>
              </a:rPr>
              <a:t>&lt;footer&gt;</a:t>
            </a:r>
            <a:endParaRPr b="0" lang="en-IN" sz="1400" strike="noStrike" u="none">
              <a:solidFill>
                <a:srgbClr val="000000"/>
              </a:solidFill>
              <a:effectLst/>
              <a:uFillTx/>
              <a:latin typeface="Times New Roman"/>
            </a:endParaRPr>
          </a:p>
        </p:txBody>
      </p:sp>
      <p:sp>
        <p:nvSpPr>
          <p:cNvPr id="5" name="PlaceHolder 5"/>
          <p:cNvSpPr>
            <a:spLocks noGrp="1"/>
          </p:cNvSpPr>
          <p:nvPr>
            <p:ph type="sldNum" idx="3"/>
          </p:nvPr>
        </p:nvSpPr>
        <p:spPr>
          <a:xfrm>
            <a:off x="7380000" y="5220000"/>
            <a:ext cx="2338200" cy="35820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ffffff"/>
                </a:solidFill>
                <a:effectLst/>
                <a:uFillTx/>
                <a:latin typeface="Arial"/>
              </a:defRPr>
            </a:lvl1pPr>
          </a:lstStyle>
          <a:p>
            <a:pPr indent="0" algn="r">
              <a:lnSpc>
                <a:spcPct val="100000"/>
              </a:lnSpc>
              <a:buNone/>
              <a:tabLst>
                <a:tab algn="l" pos="0"/>
              </a:tabLst>
            </a:pPr>
            <a:fld id="{E734C78B-5265-47CD-B2EC-4C5E9C511960}" type="slidenum">
              <a:rPr b="0" lang="en-IN" sz="1400" strike="noStrike" u="none">
                <a:solidFill>
                  <a:srgbClr val="ffffff"/>
                </a:solidFill>
                <a:effectLst/>
                <a:uFillTx/>
                <a:latin typeface="Arial"/>
              </a:rPr>
              <a:t>&lt;number&gt;</a:t>
            </a:fld>
            <a:endParaRPr b="0" lang="en-IN" sz="1400" strike="noStrike" u="non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p:spTree>
      <p:nvGrpSpPr>
        <p:cNvPr id="1" name=""/>
        <p:cNvGrpSpPr/>
        <p:nvPr/>
      </p:nvGrpSpPr>
      <p:grpSpPr>
        <a:xfrm>
          <a:off x="0" y="0"/>
          <a:ext cx="0" cy="0"/>
          <a:chOff x="0" y="0"/>
          <a:chExt cx="0" cy="0"/>
        </a:xfrm>
      </p:grpSpPr>
      <p:sp>
        <p:nvSpPr>
          <p:cNvPr id="6" name=""/>
          <p:cNvSpPr/>
          <p:nvPr/>
        </p:nvSpPr>
        <p:spPr>
          <a:xfrm flipH="1" flipV="1">
            <a:off x="-2160" y="4497840"/>
            <a:ext cx="10078200" cy="1168200"/>
          </a:xfrm>
          <a:prstGeom prst="flowChartDocumen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7" name="PlaceHolder 1"/>
          <p:cNvSpPr>
            <a:spLocks noGrp="1"/>
          </p:cNvSpPr>
          <p:nvPr>
            <p:ph type="title"/>
          </p:nvPr>
        </p:nvSpPr>
        <p:spPr>
          <a:xfrm>
            <a:off x="0" y="1620000"/>
            <a:ext cx="8998200" cy="1078200"/>
          </a:xfrm>
          <a:prstGeom prst="rect">
            <a:avLst/>
          </a:prstGeom>
          <a:noFill/>
          <a:ln w="0">
            <a:noFill/>
          </a:ln>
        </p:spPr>
        <p:txBody>
          <a:bodyPr lIns="0" rIns="0" tIns="0" bIns="0" anchor="ctr">
            <a:noAutofit/>
          </a:bodyPr>
          <a:p>
            <a:pPr indent="0" algn="ctr">
              <a:lnSpc>
                <a:spcPct val="100000"/>
              </a:lnSpc>
              <a:buNone/>
              <a:tabLst>
                <a:tab algn="l" pos="0"/>
              </a:tabLst>
            </a:pPr>
            <a:r>
              <a:rPr b="0" lang="en-IN" sz="3300" strike="noStrike" u="none">
                <a:solidFill>
                  <a:srgbClr val="dd4100"/>
                </a:solidFill>
                <a:effectLst/>
                <a:uFillTx/>
                <a:latin typeface="Arial"/>
              </a:rPr>
              <a:t>Click to edit the title text format</a:t>
            </a:r>
            <a:endParaRPr b="0" lang="en-IN" sz="3300" strike="noStrike" u="none">
              <a:solidFill>
                <a:srgbClr val="000000"/>
              </a:solidFill>
              <a:effectLst/>
              <a:uFillTx/>
              <a:latin typeface="Arial"/>
            </a:endParaRPr>
          </a:p>
        </p:txBody>
      </p:sp>
      <p:sp>
        <p:nvSpPr>
          <p:cNvPr id="8" name="PlaceHolder 2"/>
          <p:cNvSpPr>
            <a:spLocks noGrp="1"/>
          </p:cNvSpPr>
          <p:nvPr>
            <p:ph type="body"/>
          </p:nvPr>
        </p:nvSpPr>
        <p:spPr>
          <a:xfrm>
            <a:off x="360000" y="2880000"/>
            <a:ext cx="9358200" cy="1618200"/>
          </a:xfrm>
          <a:prstGeom prst="rect">
            <a:avLst/>
          </a:prstGeom>
          <a:noFill/>
          <a:ln w="0">
            <a:noFill/>
          </a:ln>
        </p:spPr>
        <p:txBody>
          <a:bodyPr lIns="0" rIns="0" tIns="0" bIns="0" anchor="t">
            <a:normAutofit fontScale="85000" lnSpcReduction="19999"/>
          </a:bodyPr>
          <a:p>
            <a:pPr marL="432000" indent="-324000">
              <a:lnSpc>
                <a:spcPct val="100000"/>
              </a:lnSpc>
              <a:spcBef>
                <a:spcPts val="1060"/>
              </a:spcBef>
              <a:buClr>
                <a:srgbClr val="77caee"/>
              </a:buClr>
              <a:buSzPct val="45000"/>
              <a:buFont typeface="Wingdings" charset="2"/>
              <a:buChar char=""/>
            </a:pPr>
            <a:r>
              <a:rPr b="0" lang="en-IN" sz="2400" strike="noStrike" u="none">
                <a:solidFill>
                  <a:srgbClr val="009bdd"/>
                </a:solidFill>
                <a:effectLst/>
                <a:uFillTx/>
                <a:latin typeface="Arial"/>
              </a:rPr>
              <a:t>Click to edit the outline text format</a:t>
            </a:r>
            <a:endParaRPr b="0" lang="en-IN" sz="2400" strike="noStrike" u="none">
              <a:solidFill>
                <a:srgbClr val="000000"/>
              </a:solidFill>
              <a:effectLst/>
              <a:uFillTx/>
              <a:latin typeface="Arial"/>
            </a:endParaRPr>
          </a:p>
          <a:p>
            <a:pPr lvl="1" marL="864000" indent="-324000">
              <a:lnSpc>
                <a:spcPct val="100000"/>
              </a:lnSpc>
              <a:spcBef>
                <a:spcPts val="850"/>
              </a:spcBef>
              <a:buClr>
                <a:srgbClr val="77caee"/>
              </a:buClr>
              <a:buSzPct val="45000"/>
              <a:buFont typeface="Wingdings" charset="2"/>
              <a:buChar char=""/>
            </a:pPr>
            <a:r>
              <a:rPr b="0" lang="en-IN" sz="2100" strike="noStrike" u="none">
                <a:solidFill>
                  <a:srgbClr val="009bdd"/>
                </a:solidFill>
                <a:effectLst/>
                <a:uFillTx/>
                <a:latin typeface="Arial"/>
              </a:rPr>
              <a:t>Second Outline Level</a:t>
            </a:r>
            <a:endParaRPr b="0" lang="en-IN" sz="2100" strike="noStrike" u="none">
              <a:solidFill>
                <a:srgbClr val="000000"/>
              </a:solidFill>
              <a:effectLst/>
              <a:uFillTx/>
              <a:latin typeface="Arial"/>
            </a:endParaRPr>
          </a:p>
          <a:p>
            <a:pPr lvl="2" marL="1296000" indent="-288000">
              <a:lnSpc>
                <a:spcPct val="100000"/>
              </a:lnSpc>
              <a:spcBef>
                <a:spcPts val="635"/>
              </a:spcBef>
              <a:buClr>
                <a:srgbClr val="77caee"/>
              </a:buClr>
              <a:buSzPct val="45000"/>
              <a:buFont typeface="Wingdings" charset="2"/>
              <a:buChar char=""/>
            </a:pPr>
            <a:r>
              <a:rPr b="0" lang="en-IN" sz="1800" strike="noStrike" u="none">
                <a:solidFill>
                  <a:srgbClr val="009bdd"/>
                </a:solidFill>
                <a:effectLst/>
                <a:uFillTx/>
                <a:latin typeface="Arial"/>
              </a:rPr>
              <a:t>Third Outline Level</a:t>
            </a:r>
            <a:endParaRPr b="0" lang="en-IN" sz="1800" strike="noStrike" u="none">
              <a:solidFill>
                <a:srgbClr val="000000"/>
              </a:solidFill>
              <a:effectLst/>
              <a:uFillTx/>
              <a:latin typeface="Arial"/>
            </a:endParaRPr>
          </a:p>
          <a:p>
            <a:pPr lvl="3" marL="1728000" indent="-216000">
              <a:lnSpc>
                <a:spcPct val="100000"/>
              </a:lnSpc>
              <a:spcBef>
                <a:spcPts val="422"/>
              </a:spcBef>
              <a:buClr>
                <a:srgbClr val="77caee"/>
              </a:buClr>
              <a:buSzPct val="45000"/>
              <a:buFont typeface="Wingdings" charset="2"/>
              <a:buChar char=""/>
            </a:pPr>
            <a:r>
              <a:rPr b="0" lang="en-IN" sz="1500" strike="noStrike" u="none">
                <a:solidFill>
                  <a:srgbClr val="009bdd"/>
                </a:solidFill>
                <a:effectLst/>
                <a:uFillTx/>
                <a:latin typeface="Arial"/>
              </a:rPr>
              <a:t>Fourth Outline Level</a:t>
            </a:r>
            <a:endParaRPr b="0" lang="en-IN" sz="1500" strike="noStrike" u="none">
              <a:solidFill>
                <a:srgbClr val="000000"/>
              </a:solidFill>
              <a:effectLst/>
              <a:uFillTx/>
              <a:latin typeface="Arial"/>
            </a:endParaRPr>
          </a:p>
          <a:p>
            <a:pPr lvl="4" marL="2160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Fifth Outline Level</a:t>
            </a:r>
            <a:endParaRPr b="0" lang="en-IN" sz="1500" strike="noStrike" u="none">
              <a:solidFill>
                <a:srgbClr val="000000"/>
              </a:solidFill>
              <a:effectLst/>
              <a:uFillTx/>
              <a:latin typeface="Arial"/>
            </a:endParaRPr>
          </a:p>
          <a:p>
            <a:pPr lvl="5" marL="2592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Sixth Outline Level</a:t>
            </a:r>
            <a:endParaRPr b="0" lang="en-IN" sz="1500" strike="noStrike" u="none">
              <a:solidFill>
                <a:srgbClr val="000000"/>
              </a:solidFill>
              <a:effectLst/>
              <a:uFillTx/>
              <a:latin typeface="Arial"/>
            </a:endParaRPr>
          </a:p>
          <a:p>
            <a:pPr lvl="6" marL="3024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Seventh Outline Level</a:t>
            </a:r>
            <a:endParaRPr b="0" lang="en-IN" sz="1500" strike="noStrike" u="none">
              <a:solidFill>
                <a:srgbClr val="000000"/>
              </a:solidFill>
              <a:effectLst/>
              <a:uFillTx/>
              <a:latin typeface="Arial"/>
            </a:endParaRPr>
          </a:p>
        </p:txBody>
      </p:sp>
      <p:sp>
        <p:nvSpPr>
          <p:cNvPr id="9" name="PlaceHolder 3"/>
          <p:cNvSpPr>
            <a:spLocks noGrp="1"/>
          </p:cNvSpPr>
          <p:nvPr>
            <p:ph type="dt" idx="4"/>
          </p:nvPr>
        </p:nvSpPr>
        <p:spPr>
          <a:xfrm>
            <a:off x="360000" y="5220000"/>
            <a:ext cx="2338200" cy="358200"/>
          </a:xfrm>
          <a:prstGeom prst="rect">
            <a:avLst/>
          </a:prstGeom>
          <a:noFill/>
          <a:ln w="0">
            <a:noFill/>
          </a:ln>
        </p:spPr>
        <p:txBody>
          <a:bodyPr lIns="0" rIns="0" tIns="0" bIns="0" anchor="t">
            <a:noAutofit/>
          </a:bodyPr>
          <a:lstStyle>
            <a:lvl1pPr indent="0">
              <a:lnSpc>
                <a:spcPct val="100000"/>
              </a:lnSpc>
              <a:buNone/>
              <a:tabLst>
                <a:tab algn="l" pos="0"/>
              </a:tabLst>
              <a:defRPr b="0" lang="en-IN" sz="1400" strike="noStrike" u="none">
                <a:solidFill>
                  <a:srgbClr val="ffffff"/>
                </a:solidFill>
                <a:effectLst/>
                <a:uFillTx/>
                <a:latin typeface="Arial"/>
              </a:defRPr>
            </a:lvl1pPr>
          </a:lstStyle>
          <a:p>
            <a:pPr indent="0">
              <a:lnSpc>
                <a:spcPct val="100000"/>
              </a:lnSpc>
              <a:buNone/>
              <a:tabLst>
                <a:tab algn="l" pos="0"/>
              </a:tabLst>
            </a:pPr>
            <a:r>
              <a:rPr b="0" lang="en-IN" sz="1400" strike="noStrike" u="none">
                <a:solidFill>
                  <a:srgbClr val="ffffff"/>
                </a:solidFill>
                <a:effectLst/>
                <a:uFillTx/>
                <a:latin typeface="Arial"/>
              </a:rPr>
              <a:t>&lt;date/time&gt;</a:t>
            </a:r>
            <a:endParaRPr b="0" lang="en-IN" sz="1400" strike="noStrike" u="none">
              <a:solidFill>
                <a:srgbClr val="000000"/>
              </a:solidFill>
              <a:effectLst/>
              <a:uFillTx/>
              <a:latin typeface="Times New Roman"/>
            </a:endParaRPr>
          </a:p>
        </p:txBody>
      </p:sp>
      <p:sp>
        <p:nvSpPr>
          <p:cNvPr id="10" name="PlaceHolder 4"/>
          <p:cNvSpPr>
            <a:spLocks noGrp="1"/>
          </p:cNvSpPr>
          <p:nvPr>
            <p:ph type="ftr" idx="5"/>
          </p:nvPr>
        </p:nvSpPr>
        <p:spPr>
          <a:xfrm>
            <a:off x="3420000" y="5220000"/>
            <a:ext cx="3238200" cy="35820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ffffff"/>
                </a:solidFill>
                <a:effectLst/>
                <a:uFillTx/>
                <a:latin typeface="Arial"/>
              </a:defRPr>
            </a:lvl1pPr>
          </a:lstStyle>
          <a:p>
            <a:pPr indent="0" algn="ctr">
              <a:lnSpc>
                <a:spcPct val="100000"/>
              </a:lnSpc>
              <a:buNone/>
              <a:tabLst>
                <a:tab algn="l" pos="0"/>
              </a:tabLst>
            </a:pPr>
            <a:r>
              <a:rPr b="0" lang="en-IN" sz="1400" strike="noStrike" u="none">
                <a:solidFill>
                  <a:srgbClr val="ffffff"/>
                </a:solidFill>
                <a:effectLst/>
                <a:uFillTx/>
                <a:latin typeface="Arial"/>
              </a:rPr>
              <a:t>&lt;footer&gt;</a:t>
            </a:r>
            <a:endParaRPr b="0" lang="en-IN" sz="1400" strike="noStrike" u="none">
              <a:solidFill>
                <a:srgbClr val="000000"/>
              </a:solidFill>
              <a:effectLst/>
              <a:uFillTx/>
              <a:latin typeface="Times New Roman"/>
            </a:endParaRPr>
          </a:p>
        </p:txBody>
      </p:sp>
      <p:sp>
        <p:nvSpPr>
          <p:cNvPr id="11" name="PlaceHolder 5"/>
          <p:cNvSpPr>
            <a:spLocks noGrp="1"/>
          </p:cNvSpPr>
          <p:nvPr>
            <p:ph type="sldNum" idx="6"/>
          </p:nvPr>
        </p:nvSpPr>
        <p:spPr>
          <a:xfrm>
            <a:off x="7380000" y="5220000"/>
            <a:ext cx="2338200" cy="35820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ffffff"/>
                </a:solidFill>
                <a:effectLst/>
                <a:uFillTx/>
                <a:latin typeface="Arial"/>
              </a:defRPr>
            </a:lvl1pPr>
          </a:lstStyle>
          <a:p>
            <a:pPr indent="0" algn="r">
              <a:lnSpc>
                <a:spcPct val="100000"/>
              </a:lnSpc>
              <a:buNone/>
              <a:tabLst>
                <a:tab algn="l" pos="0"/>
              </a:tabLst>
            </a:pPr>
            <a:fld id="{20844B54-C8BE-43EC-87B4-F238F41D501E}" type="slidenum">
              <a:rPr b="0" lang="en-IN" sz="1400" strike="noStrike" u="none">
                <a:solidFill>
                  <a:srgbClr val="ffffff"/>
                </a:solidFill>
                <a:effectLst/>
                <a:uFillTx/>
                <a:latin typeface="Arial"/>
              </a:rPr>
              <a:t>&lt;number&gt;</a:t>
            </a:fld>
            <a:endParaRPr b="0" lang="en-IN" sz="1400" strike="noStrike" u="non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ue_Curve1">
    <p:spTree>
      <p:nvGrpSpPr>
        <p:cNvPr id="1" name=""/>
        <p:cNvGrpSpPr/>
        <p:nvPr/>
      </p:nvGrpSpPr>
      <p:grpSpPr>
        <a:xfrm>
          <a:off x="0" y="0"/>
          <a:ext cx="0" cy="0"/>
          <a:chOff x="0" y="0"/>
          <a:chExt cx="0" cy="0"/>
        </a:xfrm>
      </p:grpSpPr>
      <p:sp>
        <p:nvSpPr>
          <p:cNvPr id="12" name=""/>
          <p:cNvSpPr/>
          <p:nvPr/>
        </p:nvSpPr>
        <p:spPr>
          <a:xfrm>
            <a:off x="0" y="0"/>
            <a:ext cx="10074960" cy="71820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13" name=""/>
          <p:cNvSpPr/>
          <p:nvPr/>
        </p:nvSpPr>
        <p:spPr>
          <a:xfrm>
            <a:off x="3240" y="5040000"/>
            <a:ext cx="10074960" cy="62964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14" name="PlaceHolder 1"/>
          <p:cNvSpPr>
            <a:spLocks noGrp="1"/>
          </p:cNvSpPr>
          <p:nvPr>
            <p:ph type="title"/>
          </p:nvPr>
        </p:nvSpPr>
        <p:spPr>
          <a:xfrm>
            <a:off x="360000" y="180000"/>
            <a:ext cx="9358200" cy="476280"/>
          </a:xfrm>
          <a:prstGeom prst="rect">
            <a:avLst/>
          </a:prstGeom>
          <a:noFill/>
          <a:ln w="0">
            <a:noFill/>
          </a:ln>
        </p:spPr>
        <p:txBody>
          <a:bodyPr lIns="0" rIns="0" tIns="0" bIns="0" anchor="ctr">
            <a:noAutofit/>
          </a:bodyPr>
          <a:p>
            <a:pPr indent="0" algn="ctr">
              <a:lnSpc>
                <a:spcPct val="100000"/>
              </a:lnSpc>
              <a:buNone/>
              <a:tabLst>
                <a:tab algn="l" pos="0"/>
              </a:tabLst>
            </a:pPr>
            <a:r>
              <a:rPr b="0" lang="en-IN" sz="3300" strike="noStrike" u="none">
                <a:solidFill>
                  <a:srgbClr val="eeeeee"/>
                </a:solidFill>
                <a:effectLst/>
                <a:uFillTx/>
                <a:latin typeface="Arial"/>
              </a:rPr>
              <a:t>Click to edit the title text format</a:t>
            </a:r>
            <a:endParaRPr b="0" lang="en-IN" sz="3300" strike="noStrike" u="none">
              <a:solidFill>
                <a:srgbClr val="000000"/>
              </a:solidFill>
              <a:effectLst/>
              <a:uFillTx/>
              <a:latin typeface="Arial"/>
            </a:endParaRPr>
          </a:p>
        </p:txBody>
      </p:sp>
      <p:sp>
        <p:nvSpPr>
          <p:cNvPr id="15" name="PlaceHolder 2"/>
          <p:cNvSpPr>
            <a:spLocks noGrp="1"/>
          </p:cNvSpPr>
          <p:nvPr>
            <p:ph type="body"/>
          </p:nvPr>
        </p:nvSpPr>
        <p:spPr>
          <a:xfrm>
            <a:off x="360000" y="1080000"/>
            <a:ext cx="9358200" cy="3598200"/>
          </a:xfrm>
          <a:prstGeom prst="rect">
            <a:avLst/>
          </a:prstGeom>
          <a:noFill/>
          <a:ln w="0">
            <a:noFill/>
          </a:ln>
        </p:spPr>
        <p:txBody>
          <a:bodyPr lIns="0" rIns="0" tIns="0" bIns="0" anchor="t">
            <a:noAutofit/>
          </a:bodyPr>
          <a:p>
            <a:pPr marL="432000" indent="-324000">
              <a:lnSpc>
                <a:spcPct val="100000"/>
              </a:lnSpc>
              <a:spcBef>
                <a:spcPts val="1060"/>
              </a:spcBef>
              <a:buClr>
                <a:srgbClr val="77caee"/>
              </a:buClr>
              <a:buSzPct val="45000"/>
              <a:buFont typeface="Wingdings" charset="2"/>
              <a:buChar char=""/>
            </a:pPr>
            <a:r>
              <a:rPr b="0" lang="en-IN" sz="2400" strike="noStrike" u="none">
                <a:solidFill>
                  <a:srgbClr val="009bdd"/>
                </a:solidFill>
                <a:effectLst/>
                <a:uFillTx/>
                <a:latin typeface="Arial"/>
              </a:rPr>
              <a:t>Click to edit the outline text format</a:t>
            </a:r>
            <a:endParaRPr b="0" lang="en-IN" sz="2400" strike="noStrike" u="none">
              <a:solidFill>
                <a:srgbClr val="000000"/>
              </a:solidFill>
              <a:effectLst/>
              <a:uFillTx/>
              <a:latin typeface="Arial"/>
            </a:endParaRPr>
          </a:p>
          <a:p>
            <a:pPr lvl="1" marL="864000" indent="-324000">
              <a:lnSpc>
                <a:spcPct val="100000"/>
              </a:lnSpc>
              <a:spcBef>
                <a:spcPts val="850"/>
              </a:spcBef>
              <a:buClr>
                <a:srgbClr val="77caee"/>
              </a:buClr>
              <a:buSzPct val="45000"/>
              <a:buFont typeface="Wingdings" charset="2"/>
              <a:buChar char=""/>
            </a:pPr>
            <a:r>
              <a:rPr b="0" lang="en-IN" sz="2100" strike="noStrike" u="none">
                <a:solidFill>
                  <a:srgbClr val="009bdd"/>
                </a:solidFill>
                <a:effectLst/>
                <a:uFillTx/>
                <a:latin typeface="Arial"/>
              </a:rPr>
              <a:t>Second Outline Level</a:t>
            </a:r>
            <a:endParaRPr b="0" lang="en-IN" sz="2100" strike="noStrike" u="none">
              <a:solidFill>
                <a:srgbClr val="000000"/>
              </a:solidFill>
              <a:effectLst/>
              <a:uFillTx/>
              <a:latin typeface="Arial"/>
            </a:endParaRPr>
          </a:p>
          <a:p>
            <a:pPr lvl="2" marL="1296000" indent="-288000">
              <a:lnSpc>
                <a:spcPct val="100000"/>
              </a:lnSpc>
              <a:spcBef>
                <a:spcPts val="635"/>
              </a:spcBef>
              <a:buClr>
                <a:srgbClr val="77caee"/>
              </a:buClr>
              <a:buSzPct val="45000"/>
              <a:buFont typeface="Wingdings" charset="2"/>
              <a:buChar char=""/>
            </a:pPr>
            <a:r>
              <a:rPr b="0" lang="en-IN" sz="1800" strike="noStrike" u="none">
                <a:solidFill>
                  <a:srgbClr val="009bdd"/>
                </a:solidFill>
                <a:effectLst/>
                <a:uFillTx/>
                <a:latin typeface="Arial"/>
              </a:rPr>
              <a:t>Third Outline Level</a:t>
            </a:r>
            <a:endParaRPr b="0" lang="en-IN" sz="1800" strike="noStrike" u="none">
              <a:solidFill>
                <a:srgbClr val="000000"/>
              </a:solidFill>
              <a:effectLst/>
              <a:uFillTx/>
              <a:latin typeface="Arial"/>
            </a:endParaRPr>
          </a:p>
          <a:p>
            <a:pPr lvl="3" marL="1728000" indent="-216000">
              <a:lnSpc>
                <a:spcPct val="100000"/>
              </a:lnSpc>
              <a:spcBef>
                <a:spcPts val="422"/>
              </a:spcBef>
              <a:buClr>
                <a:srgbClr val="77caee"/>
              </a:buClr>
              <a:buSzPct val="45000"/>
              <a:buFont typeface="Wingdings" charset="2"/>
              <a:buChar char=""/>
            </a:pPr>
            <a:r>
              <a:rPr b="0" lang="en-IN" sz="1500" strike="noStrike" u="none">
                <a:solidFill>
                  <a:srgbClr val="009bdd"/>
                </a:solidFill>
                <a:effectLst/>
                <a:uFillTx/>
                <a:latin typeface="Arial"/>
              </a:rPr>
              <a:t>Fourth Outline Level</a:t>
            </a:r>
            <a:endParaRPr b="0" lang="en-IN" sz="1500" strike="noStrike" u="none">
              <a:solidFill>
                <a:srgbClr val="000000"/>
              </a:solidFill>
              <a:effectLst/>
              <a:uFillTx/>
              <a:latin typeface="Arial"/>
            </a:endParaRPr>
          </a:p>
          <a:p>
            <a:pPr lvl="4" marL="2160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Fifth Outline Level</a:t>
            </a:r>
            <a:endParaRPr b="0" lang="en-IN" sz="1500" strike="noStrike" u="none">
              <a:solidFill>
                <a:srgbClr val="000000"/>
              </a:solidFill>
              <a:effectLst/>
              <a:uFillTx/>
              <a:latin typeface="Arial"/>
            </a:endParaRPr>
          </a:p>
          <a:p>
            <a:pPr lvl="5" marL="2592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Sixth Outline Level</a:t>
            </a:r>
            <a:endParaRPr b="0" lang="en-IN" sz="1500" strike="noStrike" u="none">
              <a:solidFill>
                <a:srgbClr val="000000"/>
              </a:solidFill>
              <a:effectLst/>
              <a:uFillTx/>
              <a:latin typeface="Arial"/>
            </a:endParaRPr>
          </a:p>
          <a:p>
            <a:pPr lvl="6" marL="3024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Seventh Outline Level</a:t>
            </a:r>
            <a:endParaRPr b="0" lang="en-IN" sz="1500" strike="noStrike" u="none">
              <a:solidFill>
                <a:srgbClr val="000000"/>
              </a:solidFill>
              <a:effectLst/>
              <a:uFillTx/>
              <a:latin typeface="Arial"/>
            </a:endParaRPr>
          </a:p>
        </p:txBody>
      </p:sp>
      <p:sp>
        <p:nvSpPr>
          <p:cNvPr id="16" name="PlaceHolder 3"/>
          <p:cNvSpPr>
            <a:spLocks noGrp="1"/>
          </p:cNvSpPr>
          <p:nvPr>
            <p:ph type="dt" idx="7"/>
          </p:nvPr>
        </p:nvSpPr>
        <p:spPr>
          <a:xfrm>
            <a:off x="360000" y="5220000"/>
            <a:ext cx="2338200" cy="358200"/>
          </a:xfrm>
          <a:prstGeom prst="rect">
            <a:avLst/>
          </a:prstGeom>
          <a:noFill/>
          <a:ln w="0">
            <a:noFill/>
          </a:ln>
        </p:spPr>
        <p:txBody>
          <a:bodyPr lIns="0" rIns="0" tIns="0" bIns="0" anchor="t">
            <a:noAutofit/>
          </a:bodyPr>
          <a:lstStyle>
            <a:lvl1pPr indent="0">
              <a:lnSpc>
                <a:spcPct val="100000"/>
              </a:lnSpc>
              <a:buNone/>
              <a:tabLst>
                <a:tab algn="l" pos="0"/>
              </a:tabLst>
              <a:defRPr b="0" lang="en-IN" sz="1400" strike="noStrike" u="none">
                <a:solidFill>
                  <a:srgbClr val="ffffff"/>
                </a:solidFill>
                <a:effectLst/>
                <a:uFillTx/>
                <a:latin typeface="Arial"/>
              </a:defRPr>
            </a:lvl1pPr>
          </a:lstStyle>
          <a:p>
            <a:pPr indent="0">
              <a:lnSpc>
                <a:spcPct val="100000"/>
              </a:lnSpc>
              <a:buNone/>
              <a:tabLst>
                <a:tab algn="l" pos="0"/>
              </a:tabLst>
            </a:pPr>
            <a:r>
              <a:rPr b="0" lang="en-IN" sz="1400" strike="noStrike" u="none">
                <a:solidFill>
                  <a:srgbClr val="ffffff"/>
                </a:solidFill>
                <a:effectLst/>
                <a:uFillTx/>
                <a:latin typeface="Arial"/>
              </a:rPr>
              <a:t>&lt;date/time&gt;</a:t>
            </a:r>
            <a:endParaRPr b="0" lang="en-IN" sz="1400" strike="noStrike" u="none">
              <a:solidFill>
                <a:srgbClr val="000000"/>
              </a:solidFill>
              <a:effectLst/>
              <a:uFillTx/>
              <a:latin typeface="Times New Roman"/>
            </a:endParaRPr>
          </a:p>
        </p:txBody>
      </p:sp>
      <p:sp>
        <p:nvSpPr>
          <p:cNvPr id="17" name="PlaceHolder 4"/>
          <p:cNvSpPr>
            <a:spLocks noGrp="1"/>
          </p:cNvSpPr>
          <p:nvPr>
            <p:ph type="ftr" idx="8"/>
          </p:nvPr>
        </p:nvSpPr>
        <p:spPr>
          <a:xfrm>
            <a:off x="3420000" y="5220000"/>
            <a:ext cx="3238200" cy="35820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ffffff"/>
                </a:solidFill>
                <a:effectLst/>
                <a:uFillTx/>
                <a:latin typeface="Arial"/>
              </a:defRPr>
            </a:lvl1pPr>
          </a:lstStyle>
          <a:p>
            <a:pPr indent="0" algn="ctr">
              <a:lnSpc>
                <a:spcPct val="100000"/>
              </a:lnSpc>
              <a:buNone/>
              <a:tabLst>
                <a:tab algn="l" pos="0"/>
              </a:tabLst>
            </a:pPr>
            <a:r>
              <a:rPr b="0" lang="en-IN" sz="1400" strike="noStrike" u="none">
                <a:solidFill>
                  <a:srgbClr val="ffffff"/>
                </a:solidFill>
                <a:effectLst/>
                <a:uFillTx/>
                <a:latin typeface="Arial"/>
              </a:rPr>
              <a:t>&lt;footer&gt;</a:t>
            </a:r>
            <a:endParaRPr b="0" lang="en-IN" sz="1400" strike="noStrike" u="none">
              <a:solidFill>
                <a:srgbClr val="000000"/>
              </a:solidFill>
              <a:effectLst/>
              <a:uFillTx/>
              <a:latin typeface="Times New Roman"/>
            </a:endParaRPr>
          </a:p>
        </p:txBody>
      </p:sp>
      <p:sp>
        <p:nvSpPr>
          <p:cNvPr id="18" name="PlaceHolder 5"/>
          <p:cNvSpPr>
            <a:spLocks noGrp="1"/>
          </p:cNvSpPr>
          <p:nvPr>
            <p:ph type="sldNum" idx="9"/>
          </p:nvPr>
        </p:nvSpPr>
        <p:spPr>
          <a:xfrm>
            <a:off x="7380000" y="5220000"/>
            <a:ext cx="2338200" cy="35820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ffffff"/>
                </a:solidFill>
                <a:effectLst/>
                <a:uFillTx/>
                <a:latin typeface="Arial"/>
              </a:defRPr>
            </a:lvl1pPr>
          </a:lstStyle>
          <a:p>
            <a:pPr indent="0" algn="r">
              <a:lnSpc>
                <a:spcPct val="100000"/>
              </a:lnSpc>
              <a:buNone/>
              <a:tabLst>
                <a:tab algn="l" pos="0"/>
              </a:tabLst>
            </a:pPr>
            <a:fld id="{ED2F9234-6FE3-4EAC-B507-2663EED3A088}" type="slidenum">
              <a:rPr b="0" lang="en-IN" sz="1400" strike="noStrike" u="none">
                <a:solidFill>
                  <a:srgbClr val="ffffff"/>
                </a:solidFill>
                <a:effectLst/>
                <a:uFillTx/>
                <a:latin typeface="Arial"/>
              </a:rPr>
              <a:t>&lt;number&gt;</a:t>
            </a:fld>
            <a:endParaRPr b="0" lang="en-IN" sz="1400" strike="noStrike" u="non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ue_Curve1_">
    <p:spTree>
      <p:nvGrpSpPr>
        <p:cNvPr id="1" name=""/>
        <p:cNvGrpSpPr/>
        <p:nvPr/>
      </p:nvGrpSpPr>
      <p:grpSpPr>
        <a:xfrm>
          <a:off x="0" y="0"/>
          <a:ext cx="0" cy="0"/>
          <a:chOff x="0" y="0"/>
          <a:chExt cx="0" cy="0"/>
        </a:xfrm>
      </p:grpSpPr>
      <p:sp>
        <p:nvSpPr>
          <p:cNvPr id="19" name=""/>
          <p:cNvSpPr/>
          <p:nvPr/>
        </p:nvSpPr>
        <p:spPr>
          <a:xfrm>
            <a:off x="0" y="0"/>
            <a:ext cx="10074960" cy="71820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20" name=""/>
          <p:cNvSpPr/>
          <p:nvPr/>
        </p:nvSpPr>
        <p:spPr>
          <a:xfrm>
            <a:off x="3240" y="5040000"/>
            <a:ext cx="10074960" cy="62964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21" name="PlaceHolder 1"/>
          <p:cNvSpPr>
            <a:spLocks noGrp="1"/>
          </p:cNvSpPr>
          <p:nvPr>
            <p:ph type="title"/>
          </p:nvPr>
        </p:nvSpPr>
        <p:spPr>
          <a:xfrm>
            <a:off x="360000" y="180000"/>
            <a:ext cx="9358200" cy="476280"/>
          </a:xfrm>
          <a:prstGeom prst="rect">
            <a:avLst/>
          </a:prstGeom>
          <a:noFill/>
          <a:ln w="0">
            <a:noFill/>
          </a:ln>
        </p:spPr>
        <p:txBody>
          <a:bodyPr lIns="0" rIns="0" tIns="0" bIns="0" anchor="ctr">
            <a:noAutofit/>
          </a:bodyPr>
          <a:p>
            <a:pPr indent="0" algn="ctr">
              <a:lnSpc>
                <a:spcPct val="100000"/>
              </a:lnSpc>
              <a:buNone/>
              <a:tabLst>
                <a:tab algn="l" pos="0"/>
              </a:tabLst>
            </a:pPr>
            <a:r>
              <a:rPr b="0" lang="en-IN" sz="3300" strike="noStrike" u="none">
                <a:solidFill>
                  <a:srgbClr val="eeeeee"/>
                </a:solidFill>
                <a:effectLst/>
                <a:uFillTx/>
                <a:latin typeface="Arial"/>
              </a:rPr>
              <a:t>Click to edit the title text format</a:t>
            </a:r>
            <a:endParaRPr b="0" lang="en-IN" sz="3300" strike="noStrike" u="none">
              <a:solidFill>
                <a:srgbClr val="000000"/>
              </a:solidFill>
              <a:effectLst/>
              <a:uFillTx/>
              <a:latin typeface="Arial"/>
            </a:endParaRPr>
          </a:p>
        </p:txBody>
      </p:sp>
      <p:sp>
        <p:nvSpPr>
          <p:cNvPr id="22" name="PlaceHolder 2"/>
          <p:cNvSpPr>
            <a:spLocks noGrp="1"/>
          </p:cNvSpPr>
          <p:nvPr>
            <p:ph type="body"/>
          </p:nvPr>
        </p:nvSpPr>
        <p:spPr>
          <a:xfrm>
            <a:off x="360000" y="1080000"/>
            <a:ext cx="9358200" cy="3598200"/>
          </a:xfrm>
          <a:prstGeom prst="rect">
            <a:avLst/>
          </a:prstGeom>
          <a:noFill/>
          <a:ln w="0">
            <a:noFill/>
          </a:ln>
        </p:spPr>
        <p:txBody>
          <a:bodyPr lIns="0" rIns="0" tIns="0" bIns="0" anchor="t">
            <a:noAutofit/>
          </a:bodyPr>
          <a:p>
            <a:pPr marL="432000" indent="-324000">
              <a:lnSpc>
                <a:spcPct val="100000"/>
              </a:lnSpc>
              <a:spcBef>
                <a:spcPts val="1060"/>
              </a:spcBef>
              <a:buClr>
                <a:srgbClr val="77caee"/>
              </a:buClr>
              <a:buSzPct val="45000"/>
              <a:buFont typeface="Wingdings" charset="2"/>
              <a:buChar char=""/>
            </a:pPr>
            <a:r>
              <a:rPr b="0" lang="en-IN" sz="2400" strike="noStrike" u="none">
                <a:solidFill>
                  <a:srgbClr val="009bdd"/>
                </a:solidFill>
                <a:effectLst/>
                <a:uFillTx/>
                <a:latin typeface="Arial"/>
              </a:rPr>
              <a:t>Click to edit the outline text format</a:t>
            </a:r>
            <a:endParaRPr b="0" lang="en-IN" sz="2400" strike="noStrike" u="none">
              <a:solidFill>
                <a:srgbClr val="000000"/>
              </a:solidFill>
              <a:effectLst/>
              <a:uFillTx/>
              <a:latin typeface="Arial"/>
            </a:endParaRPr>
          </a:p>
          <a:p>
            <a:pPr lvl="1" marL="864000" indent="-324000">
              <a:lnSpc>
                <a:spcPct val="100000"/>
              </a:lnSpc>
              <a:spcBef>
                <a:spcPts val="850"/>
              </a:spcBef>
              <a:buClr>
                <a:srgbClr val="77caee"/>
              </a:buClr>
              <a:buSzPct val="45000"/>
              <a:buFont typeface="Wingdings" charset="2"/>
              <a:buChar char=""/>
            </a:pPr>
            <a:r>
              <a:rPr b="0" lang="en-IN" sz="2100" strike="noStrike" u="none">
                <a:solidFill>
                  <a:srgbClr val="009bdd"/>
                </a:solidFill>
                <a:effectLst/>
                <a:uFillTx/>
                <a:latin typeface="Arial"/>
              </a:rPr>
              <a:t>Second Outline Level</a:t>
            </a:r>
            <a:endParaRPr b="0" lang="en-IN" sz="2100" strike="noStrike" u="none">
              <a:solidFill>
                <a:srgbClr val="000000"/>
              </a:solidFill>
              <a:effectLst/>
              <a:uFillTx/>
              <a:latin typeface="Arial"/>
            </a:endParaRPr>
          </a:p>
          <a:p>
            <a:pPr lvl="2" marL="1296000" indent="-288000">
              <a:lnSpc>
                <a:spcPct val="100000"/>
              </a:lnSpc>
              <a:spcBef>
                <a:spcPts val="635"/>
              </a:spcBef>
              <a:buClr>
                <a:srgbClr val="77caee"/>
              </a:buClr>
              <a:buSzPct val="45000"/>
              <a:buFont typeface="Wingdings" charset="2"/>
              <a:buChar char=""/>
            </a:pPr>
            <a:r>
              <a:rPr b="0" lang="en-IN" sz="1800" strike="noStrike" u="none">
                <a:solidFill>
                  <a:srgbClr val="009bdd"/>
                </a:solidFill>
                <a:effectLst/>
                <a:uFillTx/>
                <a:latin typeface="Arial"/>
              </a:rPr>
              <a:t>Third Outline Level</a:t>
            </a:r>
            <a:endParaRPr b="0" lang="en-IN" sz="1800" strike="noStrike" u="none">
              <a:solidFill>
                <a:srgbClr val="000000"/>
              </a:solidFill>
              <a:effectLst/>
              <a:uFillTx/>
              <a:latin typeface="Arial"/>
            </a:endParaRPr>
          </a:p>
          <a:p>
            <a:pPr lvl="3" marL="1728000" indent="-216000">
              <a:lnSpc>
                <a:spcPct val="100000"/>
              </a:lnSpc>
              <a:spcBef>
                <a:spcPts val="422"/>
              </a:spcBef>
              <a:buClr>
                <a:srgbClr val="77caee"/>
              </a:buClr>
              <a:buSzPct val="45000"/>
              <a:buFont typeface="Wingdings" charset="2"/>
              <a:buChar char=""/>
            </a:pPr>
            <a:r>
              <a:rPr b="0" lang="en-IN" sz="1500" strike="noStrike" u="none">
                <a:solidFill>
                  <a:srgbClr val="009bdd"/>
                </a:solidFill>
                <a:effectLst/>
                <a:uFillTx/>
                <a:latin typeface="Arial"/>
              </a:rPr>
              <a:t>Fourth Outline Level</a:t>
            </a:r>
            <a:endParaRPr b="0" lang="en-IN" sz="1500" strike="noStrike" u="none">
              <a:solidFill>
                <a:srgbClr val="000000"/>
              </a:solidFill>
              <a:effectLst/>
              <a:uFillTx/>
              <a:latin typeface="Arial"/>
            </a:endParaRPr>
          </a:p>
          <a:p>
            <a:pPr lvl="4" marL="2160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Fifth Outline Level</a:t>
            </a:r>
            <a:endParaRPr b="0" lang="en-IN" sz="1500" strike="noStrike" u="none">
              <a:solidFill>
                <a:srgbClr val="000000"/>
              </a:solidFill>
              <a:effectLst/>
              <a:uFillTx/>
              <a:latin typeface="Arial"/>
            </a:endParaRPr>
          </a:p>
          <a:p>
            <a:pPr lvl="5" marL="2592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Sixth Outline Level</a:t>
            </a:r>
            <a:endParaRPr b="0" lang="en-IN" sz="1500" strike="noStrike" u="none">
              <a:solidFill>
                <a:srgbClr val="000000"/>
              </a:solidFill>
              <a:effectLst/>
              <a:uFillTx/>
              <a:latin typeface="Arial"/>
            </a:endParaRPr>
          </a:p>
          <a:p>
            <a:pPr lvl="6" marL="3024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Seventh Outline Level</a:t>
            </a:r>
            <a:endParaRPr b="0" lang="en-IN" sz="1500" strike="noStrike" u="none">
              <a:solidFill>
                <a:srgbClr val="000000"/>
              </a:solidFill>
              <a:effectLst/>
              <a:uFillTx/>
              <a:latin typeface="Arial"/>
            </a:endParaRPr>
          </a:p>
        </p:txBody>
      </p:sp>
      <p:sp>
        <p:nvSpPr>
          <p:cNvPr id="23" name="PlaceHolder 3"/>
          <p:cNvSpPr>
            <a:spLocks noGrp="1"/>
          </p:cNvSpPr>
          <p:nvPr>
            <p:ph type="dt" idx="10"/>
          </p:nvPr>
        </p:nvSpPr>
        <p:spPr>
          <a:xfrm>
            <a:off x="360000" y="5220000"/>
            <a:ext cx="2338200" cy="358200"/>
          </a:xfrm>
          <a:prstGeom prst="rect">
            <a:avLst/>
          </a:prstGeom>
          <a:noFill/>
          <a:ln w="0">
            <a:noFill/>
          </a:ln>
        </p:spPr>
        <p:txBody>
          <a:bodyPr lIns="0" rIns="0" tIns="0" bIns="0" anchor="t">
            <a:noAutofit/>
          </a:bodyPr>
          <a:lstStyle>
            <a:lvl1pPr indent="0">
              <a:lnSpc>
                <a:spcPct val="100000"/>
              </a:lnSpc>
              <a:buNone/>
              <a:tabLst>
                <a:tab algn="l" pos="0"/>
              </a:tabLst>
              <a:defRPr b="0" lang="en-IN" sz="1400" strike="noStrike" u="none">
                <a:solidFill>
                  <a:srgbClr val="ffffff"/>
                </a:solidFill>
                <a:effectLst/>
                <a:uFillTx/>
                <a:latin typeface="Arial"/>
              </a:defRPr>
            </a:lvl1pPr>
          </a:lstStyle>
          <a:p>
            <a:pPr indent="0">
              <a:lnSpc>
                <a:spcPct val="100000"/>
              </a:lnSpc>
              <a:buNone/>
              <a:tabLst>
                <a:tab algn="l" pos="0"/>
              </a:tabLst>
            </a:pPr>
            <a:r>
              <a:rPr b="0" lang="en-IN" sz="1400" strike="noStrike" u="none">
                <a:solidFill>
                  <a:srgbClr val="ffffff"/>
                </a:solidFill>
                <a:effectLst/>
                <a:uFillTx/>
                <a:latin typeface="Arial"/>
              </a:rPr>
              <a:t>&lt;date/time&gt;</a:t>
            </a:r>
            <a:endParaRPr b="0" lang="en-IN" sz="1400" strike="noStrike" u="none">
              <a:solidFill>
                <a:srgbClr val="000000"/>
              </a:solidFill>
              <a:effectLst/>
              <a:uFillTx/>
              <a:latin typeface="Times New Roman"/>
            </a:endParaRPr>
          </a:p>
        </p:txBody>
      </p:sp>
      <p:sp>
        <p:nvSpPr>
          <p:cNvPr id="24" name="PlaceHolder 4"/>
          <p:cNvSpPr>
            <a:spLocks noGrp="1"/>
          </p:cNvSpPr>
          <p:nvPr>
            <p:ph type="ftr" idx="11"/>
          </p:nvPr>
        </p:nvSpPr>
        <p:spPr>
          <a:xfrm>
            <a:off x="3420000" y="5220000"/>
            <a:ext cx="3238200" cy="35820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ffffff"/>
                </a:solidFill>
                <a:effectLst/>
                <a:uFillTx/>
                <a:latin typeface="Arial"/>
              </a:defRPr>
            </a:lvl1pPr>
          </a:lstStyle>
          <a:p>
            <a:pPr indent="0" algn="ctr">
              <a:lnSpc>
                <a:spcPct val="100000"/>
              </a:lnSpc>
              <a:buNone/>
              <a:tabLst>
                <a:tab algn="l" pos="0"/>
              </a:tabLst>
            </a:pPr>
            <a:r>
              <a:rPr b="0" lang="en-IN" sz="1400" strike="noStrike" u="none">
                <a:solidFill>
                  <a:srgbClr val="ffffff"/>
                </a:solidFill>
                <a:effectLst/>
                <a:uFillTx/>
                <a:latin typeface="Arial"/>
              </a:rPr>
              <a:t>&lt;footer&gt;</a:t>
            </a:r>
            <a:endParaRPr b="0" lang="en-IN" sz="1400" strike="noStrike" u="none">
              <a:solidFill>
                <a:srgbClr val="000000"/>
              </a:solidFill>
              <a:effectLst/>
              <a:uFillTx/>
              <a:latin typeface="Times New Roman"/>
            </a:endParaRPr>
          </a:p>
        </p:txBody>
      </p:sp>
      <p:sp>
        <p:nvSpPr>
          <p:cNvPr id="25" name="PlaceHolder 5"/>
          <p:cNvSpPr>
            <a:spLocks noGrp="1"/>
          </p:cNvSpPr>
          <p:nvPr>
            <p:ph type="sldNum" idx="12"/>
          </p:nvPr>
        </p:nvSpPr>
        <p:spPr>
          <a:xfrm>
            <a:off x="7380000" y="5220000"/>
            <a:ext cx="2338200" cy="35820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ffffff"/>
                </a:solidFill>
                <a:effectLst/>
                <a:uFillTx/>
                <a:latin typeface="Arial"/>
              </a:defRPr>
            </a:lvl1pPr>
          </a:lstStyle>
          <a:p>
            <a:pPr indent="0" algn="r">
              <a:lnSpc>
                <a:spcPct val="100000"/>
              </a:lnSpc>
              <a:buNone/>
              <a:tabLst>
                <a:tab algn="l" pos="0"/>
              </a:tabLst>
            </a:pPr>
            <a:fld id="{087C6BD3-ACCA-49FE-884F-753B485D6E7C}" type="slidenum">
              <a:rPr b="0" lang="en-IN" sz="1400" strike="noStrike" u="none">
                <a:solidFill>
                  <a:srgbClr val="ffffff"/>
                </a:solidFill>
                <a:effectLst/>
                <a:uFillTx/>
                <a:latin typeface="Arial"/>
              </a:rPr>
              <a:t>&lt;number&gt;</a:t>
            </a:fld>
            <a:endParaRPr b="0" lang="en-IN" sz="1400" strike="noStrike" u="non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ue_Curve1__">
    <p:spTree>
      <p:nvGrpSpPr>
        <p:cNvPr id="1" name=""/>
        <p:cNvGrpSpPr/>
        <p:nvPr/>
      </p:nvGrpSpPr>
      <p:grpSpPr>
        <a:xfrm>
          <a:off x="0" y="0"/>
          <a:ext cx="0" cy="0"/>
          <a:chOff x="0" y="0"/>
          <a:chExt cx="0" cy="0"/>
        </a:xfrm>
      </p:grpSpPr>
      <p:sp>
        <p:nvSpPr>
          <p:cNvPr id="26" name=""/>
          <p:cNvSpPr/>
          <p:nvPr/>
        </p:nvSpPr>
        <p:spPr>
          <a:xfrm>
            <a:off x="0" y="0"/>
            <a:ext cx="10074960" cy="71820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27" name=""/>
          <p:cNvSpPr/>
          <p:nvPr/>
        </p:nvSpPr>
        <p:spPr>
          <a:xfrm>
            <a:off x="3240" y="5040000"/>
            <a:ext cx="10074960" cy="62964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28" name="PlaceHolder 1"/>
          <p:cNvSpPr>
            <a:spLocks noGrp="1"/>
          </p:cNvSpPr>
          <p:nvPr>
            <p:ph type="title"/>
          </p:nvPr>
        </p:nvSpPr>
        <p:spPr>
          <a:xfrm>
            <a:off x="360000" y="180000"/>
            <a:ext cx="9358200" cy="476280"/>
          </a:xfrm>
          <a:prstGeom prst="rect">
            <a:avLst/>
          </a:prstGeom>
          <a:noFill/>
          <a:ln w="0">
            <a:noFill/>
          </a:ln>
        </p:spPr>
        <p:txBody>
          <a:bodyPr lIns="0" rIns="0" tIns="0" bIns="0" anchor="ctr">
            <a:noAutofit/>
          </a:bodyPr>
          <a:p>
            <a:pPr indent="0" algn="ctr">
              <a:lnSpc>
                <a:spcPct val="100000"/>
              </a:lnSpc>
              <a:buNone/>
              <a:tabLst>
                <a:tab algn="l" pos="0"/>
              </a:tabLst>
            </a:pPr>
            <a:r>
              <a:rPr b="0" lang="en-IN" sz="3300" strike="noStrike" u="none">
                <a:solidFill>
                  <a:srgbClr val="eeeeee"/>
                </a:solidFill>
                <a:effectLst/>
                <a:uFillTx/>
                <a:latin typeface="Arial"/>
              </a:rPr>
              <a:t>Click to edit the title text format</a:t>
            </a:r>
            <a:endParaRPr b="0" lang="en-IN" sz="3300" strike="noStrike" u="none">
              <a:solidFill>
                <a:srgbClr val="000000"/>
              </a:solidFill>
              <a:effectLst/>
              <a:uFillTx/>
              <a:latin typeface="Arial"/>
            </a:endParaRPr>
          </a:p>
        </p:txBody>
      </p:sp>
      <p:sp>
        <p:nvSpPr>
          <p:cNvPr id="29" name="PlaceHolder 2"/>
          <p:cNvSpPr>
            <a:spLocks noGrp="1"/>
          </p:cNvSpPr>
          <p:nvPr>
            <p:ph type="body"/>
          </p:nvPr>
        </p:nvSpPr>
        <p:spPr>
          <a:xfrm>
            <a:off x="360000" y="1080000"/>
            <a:ext cx="9358200" cy="3598200"/>
          </a:xfrm>
          <a:prstGeom prst="rect">
            <a:avLst/>
          </a:prstGeom>
          <a:noFill/>
          <a:ln w="0">
            <a:noFill/>
          </a:ln>
        </p:spPr>
        <p:txBody>
          <a:bodyPr lIns="0" rIns="0" tIns="0" bIns="0" anchor="t">
            <a:noAutofit/>
          </a:bodyPr>
          <a:p>
            <a:pPr marL="432000" indent="-324000">
              <a:lnSpc>
                <a:spcPct val="100000"/>
              </a:lnSpc>
              <a:spcBef>
                <a:spcPts val="1060"/>
              </a:spcBef>
              <a:buClr>
                <a:srgbClr val="77caee"/>
              </a:buClr>
              <a:buSzPct val="45000"/>
              <a:buFont typeface="Wingdings" charset="2"/>
              <a:buChar char=""/>
            </a:pPr>
            <a:r>
              <a:rPr b="0" lang="en-IN" sz="2400" strike="noStrike" u="none">
                <a:solidFill>
                  <a:srgbClr val="009bdd"/>
                </a:solidFill>
                <a:effectLst/>
                <a:uFillTx/>
                <a:latin typeface="Arial"/>
              </a:rPr>
              <a:t>Click to edit the outline text format</a:t>
            </a:r>
            <a:endParaRPr b="0" lang="en-IN" sz="2400" strike="noStrike" u="none">
              <a:solidFill>
                <a:srgbClr val="000000"/>
              </a:solidFill>
              <a:effectLst/>
              <a:uFillTx/>
              <a:latin typeface="Arial"/>
            </a:endParaRPr>
          </a:p>
          <a:p>
            <a:pPr lvl="1" marL="864000" indent="-324000">
              <a:lnSpc>
                <a:spcPct val="100000"/>
              </a:lnSpc>
              <a:spcBef>
                <a:spcPts val="850"/>
              </a:spcBef>
              <a:buClr>
                <a:srgbClr val="77caee"/>
              </a:buClr>
              <a:buSzPct val="45000"/>
              <a:buFont typeface="Wingdings" charset="2"/>
              <a:buChar char=""/>
            </a:pPr>
            <a:r>
              <a:rPr b="0" lang="en-IN" sz="2100" strike="noStrike" u="none">
                <a:solidFill>
                  <a:srgbClr val="009bdd"/>
                </a:solidFill>
                <a:effectLst/>
                <a:uFillTx/>
                <a:latin typeface="Arial"/>
              </a:rPr>
              <a:t>Second Outline Level</a:t>
            </a:r>
            <a:endParaRPr b="0" lang="en-IN" sz="2100" strike="noStrike" u="none">
              <a:solidFill>
                <a:srgbClr val="000000"/>
              </a:solidFill>
              <a:effectLst/>
              <a:uFillTx/>
              <a:latin typeface="Arial"/>
            </a:endParaRPr>
          </a:p>
          <a:p>
            <a:pPr lvl="2" marL="1296000" indent="-288000">
              <a:lnSpc>
                <a:spcPct val="100000"/>
              </a:lnSpc>
              <a:spcBef>
                <a:spcPts val="635"/>
              </a:spcBef>
              <a:buClr>
                <a:srgbClr val="77caee"/>
              </a:buClr>
              <a:buSzPct val="45000"/>
              <a:buFont typeface="Wingdings" charset="2"/>
              <a:buChar char=""/>
            </a:pPr>
            <a:r>
              <a:rPr b="0" lang="en-IN" sz="1800" strike="noStrike" u="none">
                <a:solidFill>
                  <a:srgbClr val="009bdd"/>
                </a:solidFill>
                <a:effectLst/>
                <a:uFillTx/>
                <a:latin typeface="Arial"/>
              </a:rPr>
              <a:t>Third Outline Level</a:t>
            </a:r>
            <a:endParaRPr b="0" lang="en-IN" sz="1800" strike="noStrike" u="none">
              <a:solidFill>
                <a:srgbClr val="000000"/>
              </a:solidFill>
              <a:effectLst/>
              <a:uFillTx/>
              <a:latin typeface="Arial"/>
            </a:endParaRPr>
          </a:p>
          <a:p>
            <a:pPr lvl="3" marL="1728000" indent="-216000">
              <a:lnSpc>
                <a:spcPct val="100000"/>
              </a:lnSpc>
              <a:spcBef>
                <a:spcPts val="422"/>
              </a:spcBef>
              <a:buClr>
                <a:srgbClr val="77caee"/>
              </a:buClr>
              <a:buSzPct val="45000"/>
              <a:buFont typeface="Wingdings" charset="2"/>
              <a:buChar char=""/>
            </a:pPr>
            <a:r>
              <a:rPr b="0" lang="en-IN" sz="1500" strike="noStrike" u="none">
                <a:solidFill>
                  <a:srgbClr val="009bdd"/>
                </a:solidFill>
                <a:effectLst/>
                <a:uFillTx/>
                <a:latin typeface="Arial"/>
              </a:rPr>
              <a:t>Fourth Outline Level</a:t>
            </a:r>
            <a:endParaRPr b="0" lang="en-IN" sz="1500" strike="noStrike" u="none">
              <a:solidFill>
                <a:srgbClr val="000000"/>
              </a:solidFill>
              <a:effectLst/>
              <a:uFillTx/>
              <a:latin typeface="Arial"/>
            </a:endParaRPr>
          </a:p>
          <a:p>
            <a:pPr lvl="4" marL="2160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Fifth Outline Level</a:t>
            </a:r>
            <a:endParaRPr b="0" lang="en-IN" sz="1500" strike="noStrike" u="none">
              <a:solidFill>
                <a:srgbClr val="000000"/>
              </a:solidFill>
              <a:effectLst/>
              <a:uFillTx/>
              <a:latin typeface="Arial"/>
            </a:endParaRPr>
          </a:p>
          <a:p>
            <a:pPr lvl="5" marL="2592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Sixth Outline Level</a:t>
            </a:r>
            <a:endParaRPr b="0" lang="en-IN" sz="1500" strike="noStrike" u="none">
              <a:solidFill>
                <a:srgbClr val="000000"/>
              </a:solidFill>
              <a:effectLst/>
              <a:uFillTx/>
              <a:latin typeface="Arial"/>
            </a:endParaRPr>
          </a:p>
          <a:p>
            <a:pPr lvl="6" marL="3024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Seventh Outline Level</a:t>
            </a:r>
            <a:endParaRPr b="0" lang="en-IN" sz="1500" strike="noStrike" u="none">
              <a:solidFill>
                <a:srgbClr val="000000"/>
              </a:solidFill>
              <a:effectLst/>
              <a:uFillTx/>
              <a:latin typeface="Arial"/>
            </a:endParaRPr>
          </a:p>
        </p:txBody>
      </p:sp>
      <p:sp>
        <p:nvSpPr>
          <p:cNvPr id="30" name="PlaceHolder 3"/>
          <p:cNvSpPr>
            <a:spLocks noGrp="1"/>
          </p:cNvSpPr>
          <p:nvPr>
            <p:ph type="dt" idx="13"/>
          </p:nvPr>
        </p:nvSpPr>
        <p:spPr>
          <a:xfrm>
            <a:off x="360000" y="5220000"/>
            <a:ext cx="2338200" cy="358200"/>
          </a:xfrm>
          <a:prstGeom prst="rect">
            <a:avLst/>
          </a:prstGeom>
          <a:noFill/>
          <a:ln w="0">
            <a:noFill/>
          </a:ln>
        </p:spPr>
        <p:txBody>
          <a:bodyPr lIns="0" rIns="0" tIns="0" bIns="0" anchor="t">
            <a:noAutofit/>
          </a:bodyPr>
          <a:lstStyle>
            <a:lvl1pPr indent="0">
              <a:lnSpc>
                <a:spcPct val="100000"/>
              </a:lnSpc>
              <a:buNone/>
              <a:tabLst>
                <a:tab algn="l" pos="0"/>
              </a:tabLst>
              <a:defRPr b="0" lang="en-IN" sz="1400" strike="noStrike" u="none">
                <a:solidFill>
                  <a:srgbClr val="ffffff"/>
                </a:solidFill>
                <a:effectLst/>
                <a:uFillTx/>
                <a:latin typeface="Arial"/>
              </a:defRPr>
            </a:lvl1pPr>
          </a:lstStyle>
          <a:p>
            <a:pPr indent="0">
              <a:lnSpc>
                <a:spcPct val="100000"/>
              </a:lnSpc>
              <a:buNone/>
              <a:tabLst>
                <a:tab algn="l" pos="0"/>
              </a:tabLst>
            </a:pPr>
            <a:r>
              <a:rPr b="0" lang="en-IN" sz="1400" strike="noStrike" u="none">
                <a:solidFill>
                  <a:srgbClr val="ffffff"/>
                </a:solidFill>
                <a:effectLst/>
                <a:uFillTx/>
                <a:latin typeface="Arial"/>
              </a:rPr>
              <a:t>&lt;date/time&gt;</a:t>
            </a:r>
            <a:endParaRPr b="0" lang="en-IN" sz="1400" strike="noStrike" u="none">
              <a:solidFill>
                <a:srgbClr val="000000"/>
              </a:solidFill>
              <a:effectLst/>
              <a:uFillTx/>
              <a:latin typeface="Times New Roman"/>
            </a:endParaRPr>
          </a:p>
        </p:txBody>
      </p:sp>
      <p:sp>
        <p:nvSpPr>
          <p:cNvPr id="31" name="PlaceHolder 4"/>
          <p:cNvSpPr>
            <a:spLocks noGrp="1"/>
          </p:cNvSpPr>
          <p:nvPr>
            <p:ph type="ftr" idx="14"/>
          </p:nvPr>
        </p:nvSpPr>
        <p:spPr>
          <a:xfrm>
            <a:off x="3420000" y="5220000"/>
            <a:ext cx="3238200" cy="35820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ffffff"/>
                </a:solidFill>
                <a:effectLst/>
                <a:uFillTx/>
                <a:latin typeface="Arial"/>
              </a:defRPr>
            </a:lvl1pPr>
          </a:lstStyle>
          <a:p>
            <a:pPr indent="0" algn="ctr">
              <a:lnSpc>
                <a:spcPct val="100000"/>
              </a:lnSpc>
              <a:buNone/>
              <a:tabLst>
                <a:tab algn="l" pos="0"/>
              </a:tabLst>
            </a:pPr>
            <a:r>
              <a:rPr b="0" lang="en-IN" sz="1400" strike="noStrike" u="none">
                <a:solidFill>
                  <a:srgbClr val="ffffff"/>
                </a:solidFill>
                <a:effectLst/>
                <a:uFillTx/>
                <a:latin typeface="Arial"/>
              </a:rPr>
              <a:t>&lt;footer&gt;</a:t>
            </a:r>
            <a:endParaRPr b="0" lang="en-IN" sz="1400" strike="noStrike" u="none">
              <a:solidFill>
                <a:srgbClr val="000000"/>
              </a:solidFill>
              <a:effectLst/>
              <a:uFillTx/>
              <a:latin typeface="Times New Roman"/>
            </a:endParaRPr>
          </a:p>
        </p:txBody>
      </p:sp>
      <p:sp>
        <p:nvSpPr>
          <p:cNvPr id="32" name="PlaceHolder 5"/>
          <p:cNvSpPr>
            <a:spLocks noGrp="1"/>
          </p:cNvSpPr>
          <p:nvPr>
            <p:ph type="sldNum" idx="15"/>
          </p:nvPr>
        </p:nvSpPr>
        <p:spPr>
          <a:xfrm>
            <a:off x="7380000" y="5220000"/>
            <a:ext cx="2338200" cy="35820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ffffff"/>
                </a:solidFill>
                <a:effectLst/>
                <a:uFillTx/>
                <a:latin typeface="Arial"/>
              </a:defRPr>
            </a:lvl1pPr>
          </a:lstStyle>
          <a:p>
            <a:pPr indent="0" algn="r">
              <a:lnSpc>
                <a:spcPct val="100000"/>
              </a:lnSpc>
              <a:buNone/>
              <a:tabLst>
                <a:tab algn="l" pos="0"/>
              </a:tabLst>
            </a:pPr>
            <a:fld id="{C2934496-6316-4806-82B4-95193C27CE4A}" type="slidenum">
              <a:rPr b="0" lang="en-IN" sz="1400" strike="noStrike" u="none">
                <a:solidFill>
                  <a:srgbClr val="ffffff"/>
                </a:solidFill>
                <a:effectLst/>
                <a:uFillTx/>
                <a:latin typeface="Arial"/>
              </a:rPr>
              <a:t>&lt;number&gt;</a:t>
            </a:fld>
            <a:endParaRPr b="0" lang="en-IN" sz="1400" strike="noStrike" u="non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ue_Curve1___">
    <p:spTree>
      <p:nvGrpSpPr>
        <p:cNvPr id="1" name=""/>
        <p:cNvGrpSpPr/>
        <p:nvPr/>
      </p:nvGrpSpPr>
      <p:grpSpPr>
        <a:xfrm>
          <a:off x="0" y="0"/>
          <a:ext cx="0" cy="0"/>
          <a:chOff x="0" y="0"/>
          <a:chExt cx="0" cy="0"/>
        </a:xfrm>
      </p:grpSpPr>
      <p:sp>
        <p:nvSpPr>
          <p:cNvPr id="33" name=""/>
          <p:cNvSpPr/>
          <p:nvPr/>
        </p:nvSpPr>
        <p:spPr>
          <a:xfrm>
            <a:off x="0" y="0"/>
            <a:ext cx="10074960" cy="71820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34" name=""/>
          <p:cNvSpPr/>
          <p:nvPr/>
        </p:nvSpPr>
        <p:spPr>
          <a:xfrm>
            <a:off x="3240" y="5040000"/>
            <a:ext cx="10074960" cy="62964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35" name="PlaceHolder 1"/>
          <p:cNvSpPr>
            <a:spLocks noGrp="1"/>
          </p:cNvSpPr>
          <p:nvPr>
            <p:ph type="title"/>
          </p:nvPr>
        </p:nvSpPr>
        <p:spPr>
          <a:xfrm>
            <a:off x="360000" y="180000"/>
            <a:ext cx="9358200" cy="476280"/>
          </a:xfrm>
          <a:prstGeom prst="rect">
            <a:avLst/>
          </a:prstGeom>
          <a:noFill/>
          <a:ln w="0">
            <a:noFill/>
          </a:ln>
        </p:spPr>
        <p:txBody>
          <a:bodyPr lIns="0" rIns="0" tIns="0" bIns="0" anchor="ctr">
            <a:noAutofit/>
          </a:bodyPr>
          <a:p>
            <a:pPr indent="0" algn="ctr">
              <a:lnSpc>
                <a:spcPct val="100000"/>
              </a:lnSpc>
              <a:buNone/>
              <a:tabLst>
                <a:tab algn="l" pos="0"/>
              </a:tabLst>
            </a:pPr>
            <a:r>
              <a:rPr b="0" lang="en-IN" sz="3300" strike="noStrike" u="none">
                <a:solidFill>
                  <a:srgbClr val="eeeeee"/>
                </a:solidFill>
                <a:effectLst/>
                <a:uFillTx/>
                <a:latin typeface="Arial"/>
              </a:rPr>
              <a:t>Click to edit the title text format</a:t>
            </a:r>
            <a:endParaRPr b="0" lang="en-IN" sz="3300" strike="noStrike" u="none">
              <a:solidFill>
                <a:srgbClr val="000000"/>
              </a:solidFill>
              <a:effectLst/>
              <a:uFillTx/>
              <a:latin typeface="Arial"/>
            </a:endParaRPr>
          </a:p>
        </p:txBody>
      </p:sp>
      <p:sp>
        <p:nvSpPr>
          <p:cNvPr id="36" name="PlaceHolder 2"/>
          <p:cNvSpPr>
            <a:spLocks noGrp="1"/>
          </p:cNvSpPr>
          <p:nvPr>
            <p:ph type="body"/>
          </p:nvPr>
        </p:nvSpPr>
        <p:spPr>
          <a:xfrm>
            <a:off x="360000" y="1080000"/>
            <a:ext cx="9358200" cy="3598200"/>
          </a:xfrm>
          <a:prstGeom prst="rect">
            <a:avLst/>
          </a:prstGeom>
          <a:noFill/>
          <a:ln w="0">
            <a:noFill/>
          </a:ln>
        </p:spPr>
        <p:txBody>
          <a:bodyPr lIns="0" rIns="0" tIns="0" bIns="0" anchor="t">
            <a:noAutofit/>
          </a:bodyPr>
          <a:p>
            <a:pPr marL="432000" indent="-324000">
              <a:lnSpc>
                <a:spcPct val="100000"/>
              </a:lnSpc>
              <a:spcBef>
                <a:spcPts val="1060"/>
              </a:spcBef>
              <a:buClr>
                <a:srgbClr val="77caee"/>
              </a:buClr>
              <a:buSzPct val="45000"/>
              <a:buFont typeface="Wingdings" charset="2"/>
              <a:buChar char=""/>
            </a:pPr>
            <a:r>
              <a:rPr b="0" lang="en-IN" sz="2400" strike="noStrike" u="none">
                <a:solidFill>
                  <a:srgbClr val="009bdd"/>
                </a:solidFill>
                <a:effectLst/>
                <a:uFillTx/>
                <a:latin typeface="Arial"/>
              </a:rPr>
              <a:t>Click to edit the outline text format</a:t>
            </a:r>
            <a:endParaRPr b="0" lang="en-IN" sz="2400" strike="noStrike" u="none">
              <a:solidFill>
                <a:srgbClr val="000000"/>
              </a:solidFill>
              <a:effectLst/>
              <a:uFillTx/>
              <a:latin typeface="Arial"/>
            </a:endParaRPr>
          </a:p>
          <a:p>
            <a:pPr lvl="1" marL="864000" indent="-324000">
              <a:lnSpc>
                <a:spcPct val="100000"/>
              </a:lnSpc>
              <a:spcBef>
                <a:spcPts val="850"/>
              </a:spcBef>
              <a:buClr>
                <a:srgbClr val="77caee"/>
              </a:buClr>
              <a:buSzPct val="45000"/>
              <a:buFont typeface="Wingdings" charset="2"/>
              <a:buChar char=""/>
            </a:pPr>
            <a:r>
              <a:rPr b="0" lang="en-IN" sz="2100" strike="noStrike" u="none">
                <a:solidFill>
                  <a:srgbClr val="009bdd"/>
                </a:solidFill>
                <a:effectLst/>
                <a:uFillTx/>
                <a:latin typeface="Arial"/>
              </a:rPr>
              <a:t>Second Outline Level</a:t>
            </a:r>
            <a:endParaRPr b="0" lang="en-IN" sz="2100" strike="noStrike" u="none">
              <a:solidFill>
                <a:srgbClr val="000000"/>
              </a:solidFill>
              <a:effectLst/>
              <a:uFillTx/>
              <a:latin typeface="Arial"/>
            </a:endParaRPr>
          </a:p>
          <a:p>
            <a:pPr lvl="2" marL="1296000" indent="-288000">
              <a:lnSpc>
                <a:spcPct val="100000"/>
              </a:lnSpc>
              <a:spcBef>
                <a:spcPts val="635"/>
              </a:spcBef>
              <a:buClr>
                <a:srgbClr val="77caee"/>
              </a:buClr>
              <a:buSzPct val="45000"/>
              <a:buFont typeface="Wingdings" charset="2"/>
              <a:buChar char=""/>
            </a:pPr>
            <a:r>
              <a:rPr b="0" lang="en-IN" sz="1800" strike="noStrike" u="none">
                <a:solidFill>
                  <a:srgbClr val="009bdd"/>
                </a:solidFill>
                <a:effectLst/>
                <a:uFillTx/>
                <a:latin typeface="Arial"/>
              </a:rPr>
              <a:t>Third Outline Level</a:t>
            </a:r>
            <a:endParaRPr b="0" lang="en-IN" sz="1800" strike="noStrike" u="none">
              <a:solidFill>
                <a:srgbClr val="000000"/>
              </a:solidFill>
              <a:effectLst/>
              <a:uFillTx/>
              <a:latin typeface="Arial"/>
            </a:endParaRPr>
          </a:p>
          <a:p>
            <a:pPr lvl="3" marL="1728000" indent="-216000">
              <a:lnSpc>
                <a:spcPct val="100000"/>
              </a:lnSpc>
              <a:spcBef>
                <a:spcPts val="422"/>
              </a:spcBef>
              <a:buClr>
                <a:srgbClr val="77caee"/>
              </a:buClr>
              <a:buSzPct val="45000"/>
              <a:buFont typeface="Wingdings" charset="2"/>
              <a:buChar char=""/>
            </a:pPr>
            <a:r>
              <a:rPr b="0" lang="en-IN" sz="1500" strike="noStrike" u="none">
                <a:solidFill>
                  <a:srgbClr val="009bdd"/>
                </a:solidFill>
                <a:effectLst/>
                <a:uFillTx/>
                <a:latin typeface="Arial"/>
              </a:rPr>
              <a:t>Fourth Outline Level</a:t>
            </a:r>
            <a:endParaRPr b="0" lang="en-IN" sz="1500" strike="noStrike" u="none">
              <a:solidFill>
                <a:srgbClr val="000000"/>
              </a:solidFill>
              <a:effectLst/>
              <a:uFillTx/>
              <a:latin typeface="Arial"/>
            </a:endParaRPr>
          </a:p>
          <a:p>
            <a:pPr lvl="4" marL="2160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Fifth Outline Level</a:t>
            </a:r>
            <a:endParaRPr b="0" lang="en-IN" sz="1500" strike="noStrike" u="none">
              <a:solidFill>
                <a:srgbClr val="000000"/>
              </a:solidFill>
              <a:effectLst/>
              <a:uFillTx/>
              <a:latin typeface="Arial"/>
            </a:endParaRPr>
          </a:p>
          <a:p>
            <a:pPr lvl="5" marL="2592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Sixth Outline Level</a:t>
            </a:r>
            <a:endParaRPr b="0" lang="en-IN" sz="1500" strike="noStrike" u="none">
              <a:solidFill>
                <a:srgbClr val="000000"/>
              </a:solidFill>
              <a:effectLst/>
              <a:uFillTx/>
              <a:latin typeface="Arial"/>
            </a:endParaRPr>
          </a:p>
          <a:p>
            <a:pPr lvl="6" marL="3024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Seventh Outline Level</a:t>
            </a:r>
            <a:endParaRPr b="0" lang="en-IN" sz="1500" strike="noStrike" u="none">
              <a:solidFill>
                <a:srgbClr val="000000"/>
              </a:solidFill>
              <a:effectLst/>
              <a:uFillTx/>
              <a:latin typeface="Arial"/>
            </a:endParaRPr>
          </a:p>
        </p:txBody>
      </p:sp>
      <p:sp>
        <p:nvSpPr>
          <p:cNvPr id="37" name="PlaceHolder 3"/>
          <p:cNvSpPr>
            <a:spLocks noGrp="1"/>
          </p:cNvSpPr>
          <p:nvPr>
            <p:ph type="dt" idx="16"/>
          </p:nvPr>
        </p:nvSpPr>
        <p:spPr>
          <a:xfrm>
            <a:off x="360000" y="5220000"/>
            <a:ext cx="2338200" cy="358200"/>
          </a:xfrm>
          <a:prstGeom prst="rect">
            <a:avLst/>
          </a:prstGeom>
          <a:noFill/>
          <a:ln w="0">
            <a:noFill/>
          </a:ln>
        </p:spPr>
        <p:txBody>
          <a:bodyPr lIns="0" rIns="0" tIns="0" bIns="0" anchor="t">
            <a:noAutofit/>
          </a:bodyPr>
          <a:lstStyle>
            <a:lvl1pPr indent="0">
              <a:lnSpc>
                <a:spcPct val="100000"/>
              </a:lnSpc>
              <a:buNone/>
              <a:tabLst>
                <a:tab algn="l" pos="0"/>
              </a:tabLst>
              <a:defRPr b="0" lang="en-IN" sz="1400" strike="noStrike" u="none">
                <a:solidFill>
                  <a:srgbClr val="ffffff"/>
                </a:solidFill>
                <a:effectLst/>
                <a:uFillTx/>
                <a:latin typeface="Arial"/>
              </a:defRPr>
            </a:lvl1pPr>
          </a:lstStyle>
          <a:p>
            <a:pPr indent="0">
              <a:lnSpc>
                <a:spcPct val="100000"/>
              </a:lnSpc>
              <a:buNone/>
              <a:tabLst>
                <a:tab algn="l" pos="0"/>
              </a:tabLst>
            </a:pPr>
            <a:r>
              <a:rPr b="0" lang="en-IN" sz="1400" strike="noStrike" u="none">
                <a:solidFill>
                  <a:srgbClr val="ffffff"/>
                </a:solidFill>
                <a:effectLst/>
                <a:uFillTx/>
                <a:latin typeface="Arial"/>
              </a:rPr>
              <a:t>&lt;date/time&gt;</a:t>
            </a:r>
            <a:endParaRPr b="0" lang="en-IN" sz="1400" strike="noStrike" u="none">
              <a:solidFill>
                <a:srgbClr val="000000"/>
              </a:solidFill>
              <a:effectLst/>
              <a:uFillTx/>
              <a:latin typeface="Times New Roman"/>
            </a:endParaRPr>
          </a:p>
        </p:txBody>
      </p:sp>
      <p:sp>
        <p:nvSpPr>
          <p:cNvPr id="38" name="PlaceHolder 4"/>
          <p:cNvSpPr>
            <a:spLocks noGrp="1"/>
          </p:cNvSpPr>
          <p:nvPr>
            <p:ph type="ftr" idx="17"/>
          </p:nvPr>
        </p:nvSpPr>
        <p:spPr>
          <a:xfrm>
            <a:off x="3420000" y="5220000"/>
            <a:ext cx="3238200" cy="35820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ffffff"/>
                </a:solidFill>
                <a:effectLst/>
                <a:uFillTx/>
                <a:latin typeface="Arial"/>
              </a:defRPr>
            </a:lvl1pPr>
          </a:lstStyle>
          <a:p>
            <a:pPr indent="0" algn="ctr">
              <a:lnSpc>
                <a:spcPct val="100000"/>
              </a:lnSpc>
              <a:buNone/>
              <a:tabLst>
                <a:tab algn="l" pos="0"/>
              </a:tabLst>
            </a:pPr>
            <a:r>
              <a:rPr b="0" lang="en-IN" sz="1400" strike="noStrike" u="none">
                <a:solidFill>
                  <a:srgbClr val="ffffff"/>
                </a:solidFill>
                <a:effectLst/>
                <a:uFillTx/>
                <a:latin typeface="Arial"/>
              </a:rPr>
              <a:t>&lt;footer&gt;</a:t>
            </a:r>
            <a:endParaRPr b="0" lang="en-IN" sz="1400" strike="noStrike" u="none">
              <a:solidFill>
                <a:srgbClr val="000000"/>
              </a:solidFill>
              <a:effectLst/>
              <a:uFillTx/>
              <a:latin typeface="Times New Roman"/>
            </a:endParaRPr>
          </a:p>
        </p:txBody>
      </p:sp>
      <p:sp>
        <p:nvSpPr>
          <p:cNvPr id="39" name="PlaceHolder 5"/>
          <p:cNvSpPr>
            <a:spLocks noGrp="1"/>
          </p:cNvSpPr>
          <p:nvPr>
            <p:ph type="sldNum" idx="18"/>
          </p:nvPr>
        </p:nvSpPr>
        <p:spPr>
          <a:xfrm>
            <a:off x="7380000" y="5220000"/>
            <a:ext cx="2338200" cy="35820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ffffff"/>
                </a:solidFill>
                <a:effectLst/>
                <a:uFillTx/>
                <a:latin typeface="Arial"/>
              </a:defRPr>
            </a:lvl1pPr>
          </a:lstStyle>
          <a:p>
            <a:pPr indent="0" algn="r">
              <a:lnSpc>
                <a:spcPct val="100000"/>
              </a:lnSpc>
              <a:buNone/>
              <a:tabLst>
                <a:tab algn="l" pos="0"/>
              </a:tabLst>
            </a:pPr>
            <a:fld id="{23CA4030-AC44-4243-B06A-F84301FD82C8}" type="slidenum">
              <a:rPr b="0" lang="en-IN" sz="1400" strike="noStrike" u="none">
                <a:solidFill>
                  <a:srgbClr val="ffffff"/>
                </a:solidFill>
                <a:effectLst/>
                <a:uFillTx/>
                <a:latin typeface="Arial"/>
              </a:rPr>
              <a:t>&lt;number&gt;</a:t>
            </a:fld>
            <a:endParaRPr b="0" lang="en-IN" sz="1400" strike="noStrike" u="non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ue_Curve1____">
    <p:spTree>
      <p:nvGrpSpPr>
        <p:cNvPr id="1" name=""/>
        <p:cNvGrpSpPr/>
        <p:nvPr/>
      </p:nvGrpSpPr>
      <p:grpSpPr>
        <a:xfrm>
          <a:off x="0" y="0"/>
          <a:ext cx="0" cy="0"/>
          <a:chOff x="0" y="0"/>
          <a:chExt cx="0" cy="0"/>
        </a:xfrm>
      </p:grpSpPr>
      <p:sp>
        <p:nvSpPr>
          <p:cNvPr id="40" name=""/>
          <p:cNvSpPr/>
          <p:nvPr/>
        </p:nvSpPr>
        <p:spPr>
          <a:xfrm>
            <a:off x="0" y="0"/>
            <a:ext cx="10074960" cy="71820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41" name=""/>
          <p:cNvSpPr/>
          <p:nvPr/>
        </p:nvSpPr>
        <p:spPr>
          <a:xfrm>
            <a:off x="3240" y="5040000"/>
            <a:ext cx="10074960" cy="62964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pPr>
              <a:lnSpc>
                <a:spcPct val="100000"/>
              </a:lnSpc>
            </a:pPr>
            <a:endParaRPr b="0" lang="en-IN" sz="1800" strike="noStrike" u="none">
              <a:solidFill>
                <a:srgbClr val="000000"/>
              </a:solidFill>
              <a:effectLst/>
              <a:uFillTx/>
              <a:latin typeface="Arial"/>
              <a:ea typeface="DejaVu Sans"/>
            </a:endParaRPr>
          </a:p>
        </p:txBody>
      </p:sp>
      <p:sp>
        <p:nvSpPr>
          <p:cNvPr id="42" name="PlaceHolder 1"/>
          <p:cNvSpPr>
            <a:spLocks noGrp="1"/>
          </p:cNvSpPr>
          <p:nvPr>
            <p:ph type="title"/>
          </p:nvPr>
        </p:nvSpPr>
        <p:spPr>
          <a:xfrm>
            <a:off x="360000" y="180000"/>
            <a:ext cx="9358200" cy="476280"/>
          </a:xfrm>
          <a:prstGeom prst="rect">
            <a:avLst/>
          </a:prstGeom>
          <a:noFill/>
          <a:ln w="0">
            <a:noFill/>
          </a:ln>
        </p:spPr>
        <p:txBody>
          <a:bodyPr lIns="0" rIns="0" tIns="0" bIns="0" anchor="ctr">
            <a:noAutofit/>
          </a:bodyPr>
          <a:p>
            <a:pPr indent="0" algn="ctr">
              <a:lnSpc>
                <a:spcPct val="100000"/>
              </a:lnSpc>
              <a:buNone/>
              <a:tabLst>
                <a:tab algn="l" pos="0"/>
              </a:tabLst>
            </a:pPr>
            <a:r>
              <a:rPr b="0" lang="en-IN" sz="3300" strike="noStrike" u="none">
                <a:solidFill>
                  <a:srgbClr val="eeeeee"/>
                </a:solidFill>
                <a:effectLst/>
                <a:uFillTx/>
                <a:latin typeface="Arial"/>
              </a:rPr>
              <a:t>Click to edit the title text format</a:t>
            </a:r>
            <a:endParaRPr b="0" lang="en-IN" sz="3300" strike="noStrike" u="none">
              <a:solidFill>
                <a:srgbClr val="000000"/>
              </a:solidFill>
              <a:effectLst/>
              <a:uFillTx/>
              <a:latin typeface="Arial"/>
            </a:endParaRPr>
          </a:p>
        </p:txBody>
      </p:sp>
      <p:sp>
        <p:nvSpPr>
          <p:cNvPr id="43" name="PlaceHolder 2"/>
          <p:cNvSpPr>
            <a:spLocks noGrp="1"/>
          </p:cNvSpPr>
          <p:nvPr>
            <p:ph type="body"/>
          </p:nvPr>
        </p:nvSpPr>
        <p:spPr>
          <a:xfrm>
            <a:off x="360000" y="1080000"/>
            <a:ext cx="9358200" cy="3598200"/>
          </a:xfrm>
          <a:prstGeom prst="rect">
            <a:avLst/>
          </a:prstGeom>
          <a:noFill/>
          <a:ln w="0">
            <a:noFill/>
          </a:ln>
        </p:spPr>
        <p:txBody>
          <a:bodyPr lIns="0" rIns="0" tIns="0" bIns="0" anchor="t">
            <a:noAutofit/>
          </a:bodyPr>
          <a:p>
            <a:pPr marL="432000" indent="-324000">
              <a:lnSpc>
                <a:spcPct val="100000"/>
              </a:lnSpc>
              <a:spcBef>
                <a:spcPts val="1060"/>
              </a:spcBef>
              <a:buClr>
                <a:srgbClr val="77caee"/>
              </a:buClr>
              <a:buSzPct val="45000"/>
              <a:buFont typeface="Wingdings" charset="2"/>
              <a:buChar char=""/>
            </a:pPr>
            <a:r>
              <a:rPr b="0" lang="en-IN" sz="2400" strike="noStrike" u="none">
                <a:solidFill>
                  <a:srgbClr val="009bdd"/>
                </a:solidFill>
                <a:effectLst/>
                <a:uFillTx/>
                <a:latin typeface="Arial"/>
              </a:rPr>
              <a:t>Click to edit the outline text format</a:t>
            </a:r>
            <a:endParaRPr b="0" lang="en-IN" sz="2400" strike="noStrike" u="none">
              <a:solidFill>
                <a:srgbClr val="000000"/>
              </a:solidFill>
              <a:effectLst/>
              <a:uFillTx/>
              <a:latin typeface="Arial"/>
            </a:endParaRPr>
          </a:p>
          <a:p>
            <a:pPr lvl="1" marL="864000" indent="-324000">
              <a:lnSpc>
                <a:spcPct val="100000"/>
              </a:lnSpc>
              <a:spcBef>
                <a:spcPts val="850"/>
              </a:spcBef>
              <a:buClr>
                <a:srgbClr val="77caee"/>
              </a:buClr>
              <a:buSzPct val="45000"/>
              <a:buFont typeface="Wingdings" charset="2"/>
              <a:buChar char=""/>
            </a:pPr>
            <a:r>
              <a:rPr b="0" lang="en-IN" sz="2100" strike="noStrike" u="none">
                <a:solidFill>
                  <a:srgbClr val="009bdd"/>
                </a:solidFill>
                <a:effectLst/>
                <a:uFillTx/>
                <a:latin typeface="Arial"/>
              </a:rPr>
              <a:t>Second Outline Level</a:t>
            </a:r>
            <a:endParaRPr b="0" lang="en-IN" sz="2100" strike="noStrike" u="none">
              <a:solidFill>
                <a:srgbClr val="000000"/>
              </a:solidFill>
              <a:effectLst/>
              <a:uFillTx/>
              <a:latin typeface="Arial"/>
            </a:endParaRPr>
          </a:p>
          <a:p>
            <a:pPr lvl="2" marL="1296000" indent="-288000">
              <a:lnSpc>
                <a:spcPct val="100000"/>
              </a:lnSpc>
              <a:spcBef>
                <a:spcPts val="635"/>
              </a:spcBef>
              <a:buClr>
                <a:srgbClr val="77caee"/>
              </a:buClr>
              <a:buSzPct val="45000"/>
              <a:buFont typeface="Wingdings" charset="2"/>
              <a:buChar char=""/>
            </a:pPr>
            <a:r>
              <a:rPr b="0" lang="en-IN" sz="1800" strike="noStrike" u="none">
                <a:solidFill>
                  <a:srgbClr val="009bdd"/>
                </a:solidFill>
                <a:effectLst/>
                <a:uFillTx/>
                <a:latin typeface="Arial"/>
              </a:rPr>
              <a:t>Third Outline Level</a:t>
            </a:r>
            <a:endParaRPr b="0" lang="en-IN" sz="1800" strike="noStrike" u="none">
              <a:solidFill>
                <a:srgbClr val="000000"/>
              </a:solidFill>
              <a:effectLst/>
              <a:uFillTx/>
              <a:latin typeface="Arial"/>
            </a:endParaRPr>
          </a:p>
          <a:p>
            <a:pPr lvl="3" marL="1728000" indent="-216000">
              <a:lnSpc>
                <a:spcPct val="100000"/>
              </a:lnSpc>
              <a:spcBef>
                <a:spcPts val="422"/>
              </a:spcBef>
              <a:buClr>
                <a:srgbClr val="77caee"/>
              </a:buClr>
              <a:buSzPct val="45000"/>
              <a:buFont typeface="Wingdings" charset="2"/>
              <a:buChar char=""/>
            </a:pPr>
            <a:r>
              <a:rPr b="0" lang="en-IN" sz="1500" strike="noStrike" u="none">
                <a:solidFill>
                  <a:srgbClr val="009bdd"/>
                </a:solidFill>
                <a:effectLst/>
                <a:uFillTx/>
                <a:latin typeface="Arial"/>
              </a:rPr>
              <a:t>Fourth Outline Level</a:t>
            </a:r>
            <a:endParaRPr b="0" lang="en-IN" sz="1500" strike="noStrike" u="none">
              <a:solidFill>
                <a:srgbClr val="000000"/>
              </a:solidFill>
              <a:effectLst/>
              <a:uFillTx/>
              <a:latin typeface="Arial"/>
            </a:endParaRPr>
          </a:p>
          <a:p>
            <a:pPr lvl="4" marL="2160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Fifth Outline Level</a:t>
            </a:r>
            <a:endParaRPr b="0" lang="en-IN" sz="1500" strike="noStrike" u="none">
              <a:solidFill>
                <a:srgbClr val="000000"/>
              </a:solidFill>
              <a:effectLst/>
              <a:uFillTx/>
              <a:latin typeface="Arial"/>
            </a:endParaRPr>
          </a:p>
          <a:p>
            <a:pPr lvl="5" marL="2592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Sixth Outline Level</a:t>
            </a:r>
            <a:endParaRPr b="0" lang="en-IN" sz="1500" strike="noStrike" u="none">
              <a:solidFill>
                <a:srgbClr val="000000"/>
              </a:solidFill>
              <a:effectLst/>
              <a:uFillTx/>
              <a:latin typeface="Arial"/>
            </a:endParaRPr>
          </a:p>
          <a:p>
            <a:pPr lvl="6" marL="3024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Seventh Outline Level</a:t>
            </a:r>
            <a:endParaRPr b="0" lang="en-IN" sz="1500" strike="noStrike" u="none">
              <a:solidFill>
                <a:srgbClr val="000000"/>
              </a:solidFill>
              <a:effectLst/>
              <a:uFillTx/>
              <a:latin typeface="Arial"/>
            </a:endParaRPr>
          </a:p>
        </p:txBody>
      </p:sp>
      <p:sp>
        <p:nvSpPr>
          <p:cNvPr id="44" name="PlaceHolder 3"/>
          <p:cNvSpPr>
            <a:spLocks noGrp="1"/>
          </p:cNvSpPr>
          <p:nvPr>
            <p:ph type="dt" idx="19"/>
          </p:nvPr>
        </p:nvSpPr>
        <p:spPr>
          <a:xfrm>
            <a:off x="360000" y="5220000"/>
            <a:ext cx="2338200" cy="358200"/>
          </a:xfrm>
          <a:prstGeom prst="rect">
            <a:avLst/>
          </a:prstGeom>
          <a:noFill/>
          <a:ln w="0">
            <a:noFill/>
          </a:ln>
        </p:spPr>
        <p:txBody>
          <a:bodyPr lIns="0" rIns="0" tIns="0" bIns="0" anchor="t">
            <a:noAutofit/>
          </a:bodyPr>
          <a:lstStyle>
            <a:lvl1pPr indent="0">
              <a:lnSpc>
                <a:spcPct val="100000"/>
              </a:lnSpc>
              <a:buNone/>
              <a:tabLst>
                <a:tab algn="l" pos="0"/>
              </a:tabLst>
              <a:defRPr b="0" lang="en-IN" sz="1400" strike="noStrike" u="none">
                <a:solidFill>
                  <a:srgbClr val="ffffff"/>
                </a:solidFill>
                <a:effectLst/>
                <a:uFillTx/>
                <a:latin typeface="Arial"/>
              </a:defRPr>
            </a:lvl1pPr>
          </a:lstStyle>
          <a:p>
            <a:pPr indent="0">
              <a:lnSpc>
                <a:spcPct val="100000"/>
              </a:lnSpc>
              <a:buNone/>
              <a:tabLst>
                <a:tab algn="l" pos="0"/>
              </a:tabLst>
            </a:pPr>
            <a:r>
              <a:rPr b="0" lang="en-IN" sz="1400" strike="noStrike" u="none">
                <a:solidFill>
                  <a:srgbClr val="ffffff"/>
                </a:solidFill>
                <a:effectLst/>
                <a:uFillTx/>
                <a:latin typeface="Arial"/>
              </a:rPr>
              <a:t>&lt;date/time&gt;</a:t>
            </a:r>
            <a:endParaRPr b="0" lang="en-IN" sz="1400" strike="noStrike" u="none">
              <a:solidFill>
                <a:srgbClr val="000000"/>
              </a:solidFill>
              <a:effectLst/>
              <a:uFillTx/>
              <a:latin typeface="Times New Roman"/>
            </a:endParaRPr>
          </a:p>
        </p:txBody>
      </p:sp>
      <p:sp>
        <p:nvSpPr>
          <p:cNvPr id="45" name="PlaceHolder 4"/>
          <p:cNvSpPr>
            <a:spLocks noGrp="1"/>
          </p:cNvSpPr>
          <p:nvPr>
            <p:ph type="ftr" idx="20"/>
          </p:nvPr>
        </p:nvSpPr>
        <p:spPr>
          <a:xfrm>
            <a:off x="3420000" y="5220000"/>
            <a:ext cx="3238200" cy="35820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ffffff"/>
                </a:solidFill>
                <a:effectLst/>
                <a:uFillTx/>
                <a:latin typeface="Arial"/>
              </a:defRPr>
            </a:lvl1pPr>
          </a:lstStyle>
          <a:p>
            <a:pPr indent="0" algn="ctr">
              <a:lnSpc>
                <a:spcPct val="100000"/>
              </a:lnSpc>
              <a:buNone/>
              <a:tabLst>
                <a:tab algn="l" pos="0"/>
              </a:tabLst>
            </a:pPr>
            <a:r>
              <a:rPr b="0" lang="en-IN" sz="1400" strike="noStrike" u="none">
                <a:solidFill>
                  <a:srgbClr val="ffffff"/>
                </a:solidFill>
                <a:effectLst/>
                <a:uFillTx/>
                <a:latin typeface="Arial"/>
              </a:rPr>
              <a:t>&lt;footer&gt;</a:t>
            </a:r>
            <a:endParaRPr b="0" lang="en-IN" sz="1400" strike="noStrike" u="none">
              <a:solidFill>
                <a:srgbClr val="000000"/>
              </a:solidFill>
              <a:effectLst/>
              <a:uFillTx/>
              <a:latin typeface="Times New Roman"/>
            </a:endParaRPr>
          </a:p>
        </p:txBody>
      </p:sp>
      <p:sp>
        <p:nvSpPr>
          <p:cNvPr id="46" name="PlaceHolder 5"/>
          <p:cNvSpPr>
            <a:spLocks noGrp="1"/>
          </p:cNvSpPr>
          <p:nvPr>
            <p:ph type="sldNum" idx="21"/>
          </p:nvPr>
        </p:nvSpPr>
        <p:spPr>
          <a:xfrm>
            <a:off x="7380000" y="5220000"/>
            <a:ext cx="2338200" cy="35820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ffffff"/>
                </a:solidFill>
                <a:effectLst/>
                <a:uFillTx/>
                <a:latin typeface="Arial"/>
              </a:defRPr>
            </a:lvl1pPr>
          </a:lstStyle>
          <a:p>
            <a:pPr indent="0" algn="r">
              <a:lnSpc>
                <a:spcPct val="100000"/>
              </a:lnSpc>
              <a:buNone/>
              <a:tabLst>
                <a:tab algn="l" pos="0"/>
              </a:tabLst>
            </a:pPr>
            <a:fld id="{A5EEA30B-F778-44CF-A45A-01F935D65082}" type="slidenum">
              <a:rPr b="0" lang="en-IN" sz="1400" strike="noStrike" u="none">
                <a:solidFill>
                  <a:srgbClr val="ffffff"/>
                </a:solidFill>
                <a:effectLst/>
                <a:uFillTx/>
                <a:latin typeface="Arial"/>
              </a:rPr>
              <a:t>&lt;number&gt;</a:t>
            </a:fld>
            <a:endParaRPr b="0" lang="en-IN" sz="1400" strike="noStrike" u="non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ue_Curve1_____">
    <p:spTree>
      <p:nvGrpSpPr>
        <p:cNvPr id="1" name=""/>
        <p:cNvGrpSpPr/>
        <p:nvPr/>
      </p:nvGrpSpPr>
      <p:grpSpPr>
        <a:xfrm>
          <a:off x="0" y="0"/>
          <a:ext cx="0" cy="0"/>
          <a:chOff x="0" y="0"/>
          <a:chExt cx="0" cy="0"/>
        </a:xfrm>
      </p:grpSpPr>
      <p:sp>
        <p:nvSpPr>
          <p:cNvPr id="47" name=""/>
          <p:cNvSpPr/>
          <p:nvPr/>
        </p:nvSpPr>
        <p:spPr>
          <a:xfrm>
            <a:off x="0" y="0"/>
            <a:ext cx="10074960" cy="71820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endParaRPr b="0" lang="en-IN" sz="1800" strike="noStrike" u="none">
              <a:solidFill>
                <a:srgbClr val="000000"/>
              </a:solidFill>
              <a:effectLst/>
              <a:uFillTx/>
              <a:latin typeface="Arial"/>
              <a:ea typeface="DejaVu Sans"/>
            </a:endParaRPr>
          </a:p>
        </p:txBody>
      </p:sp>
      <p:sp>
        <p:nvSpPr>
          <p:cNvPr id="48" name=""/>
          <p:cNvSpPr/>
          <p:nvPr/>
        </p:nvSpPr>
        <p:spPr>
          <a:xfrm>
            <a:off x="3240" y="5040000"/>
            <a:ext cx="10074960" cy="629640"/>
          </a:xfrm>
          <a:prstGeom prst="rect">
            <a:avLst/>
          </a:prstGeom>
          <a:gradFill rotWithShape="0">
            <a:gsLst>
              <a:gs pos="0">
                <a:srgbClr val="77caee"/>
              </a:gs>
              <a:gs pos="1563">
                <a:srgbClr val="77caee"/>
              </a:gs>
              <a:gs pos="1563">
                <a:srgbClr val="75c9ee"/>
              </a:gs>
              <a:gs pos="3125">
                <a:srgbClr val="75c9ee"/>
              </a:gs>
              <a:gs pos="3125">
                <a:srgbClr val="73c9ed"/>
              </a:gs>
              <a:gs pos="4688">
                <a:srgbClr val="73c9ed"/>
              </a:gs>
              <a:gs pos="4688">
                <a:srgbClr val="71c8ed"/>
              </a:gs>
              <a:gs pos="6250">
                <a:srgbClr val="71c8ed"/>
              </a:gs>
              <a:gs pos="6250">
                <a:srgbClr val="6fc7ed"/>
              </a:gs>
              <a:gs pos="7813">
                <a:srgbClr val="6fc7ed"/>
              </a:gs>
              <a:gs pos="7813">
                <a:srgbClr val="6ec6ed"/>
              </a:gs>
              <a:gs pos="9375">
                <a:srgbClr val="6ec6ed"/>
              </a:gs>
              <a:gs pos="9375">
                <a:srgbClr val="6cc6ec"/>
              </a:gs>
              <a:gs pos="10938">
                <a:srgbClr val="6cc6ec"/>
              </a:gs>
              <a:gs pos="10938">
                <a:srgbClr val="6ac5ec"/>
              </a:gs>
              <a:gs pos="12500">
                <a:srgbClr val="6ac5ec"/>
              </a:gs>
              <a:gs pos="12500">
                <a:srgbClr val="68c4ec"/>
              </a:gs>
              <a:gs pos="14063">
                <a:srgbClr val="68c4ec"/>
              </a:gs>
              <a:gs pos="14063">
                <a:srgbClr val="66c3ec"/>
              </a:gs>
              <a:gs pos="15625">
                <a:srgbClr val="66c3ec"/>
              </a:gs>
              <a:gs pos="15625">
                <a:srgbClr val="64c3eb"/>
              </a:gs>
              <a:gs pos="17188">
                <a:srgbClr val="64c3eb"/>
              </a:gs>
              <a:gs pos="17188">
                <a:srgbClr val="62c2eb"/>
              </a:gs>
              <a:gs pos="18750">
                <a:srgbClr val="62c2eb"/>
              </a:gs>
              <a:gs pos="18750">
                <a:srgbClr val="60c1eb"/>
              </a:gs>
              <a:gs pos="20313">
                <a:srgbClr val="60c1eb"/>
              </a:gs>
              <a:gs pos="20313">
                <a:srgbClr val="5ec0ea"/>
              </a:gs>
              <a:gs pos="21875">
                <a:srgbClr val="5ec0ea"/>
              </a:gs>
              <a:gs pos="21875">
                <a:srgbClr val="5dc0ea"/>
              </a:gs>
              <a:gs pos="23438">
                <a:srgbClr val="5dc0ea"/>
              </a:gs>
              <a:gs pos="23438">
                <a:srgbClr val="5bbfea"/>
              </a:gs>
              <a:gs pos="25000">
                <a:srgbClr val="5bbfea"/>
              </a:gs>
              <a:gs pos="25000">
                <a:srgbClr val="59beea"/>
              </a:gs>
              <a:gs pos="26563">
                <a:srgbClr val="59beea"/>
              </a:gs>
              <a:gs pos="26563">
                <a:srgbClr val="57bde9"/>
              </a:gs>
              <a:gs pos="28125">
                <a:srgbClr val="57bde9"/>
              </a:gs>
              <a:gs pos="28125">
                <a:srgbClr val="55bde9"/>
              </a:gs>
              <a:gs pos="29688">
                <a:srgbClr val="55bde9"/>
              </a:gs>
              <a:gs pos="29688">
                <a:srgbClr val="53bce9"/>
              </a:gs>
              <a:gs pos="31250">
                <a:srgbClr val="53bce9"/>
              </a:gs>
              <a:gs pos="31250">
                <a:srgbClr val="51bbe9"/>
              </a:gs>
              <a:gs pos="32813">
                <a:srgbClr val="51bbe9"/>
              </a:gs>
              <a:gs pos="32813">
                <a:srgbClr val="4fbae8"/>
              </a:gs>
              <a:gs pos="34375">
                <a:srgbClr val="4fbae8"/>
              </a:gs>
              <a:gs pos="34375">
                <a:srgbClr val="4dbae8"/>
              </a:gs>
              <a:gs pos="35938">
                <a:srgbClr val="4dbae8"/>
              </a:gs>
              <a:gs pos="35938">
                <a:srgbClr val="4cb9e8"/>
              </a:gs>
              <a:gs pos="37500">
                <a:srgbClr val="4cb9e8"/>
              </a:gs>
              <a:gs pos="37500">
                <a:srgbClr val="4ab8e8"/>
              </a:gs>
              <a:gs pos="39063">
                <a:srgbClr val="4ab8e8"/>
              </a:gs>
              <a:gs pos="39063">
                <a:srgbClr val="48b7e7"/>
              </a:gs>
              <a:gs pos="40625">
                <a:srgbClr val="48b7e7"/>
              </a:gs>
              <a:gs pos="40625">
                <a:srgbClr val="46b7e7"/>
              </a:gs>
              <a:gs pos="42188">
                <a:srgbClr val="46b7e7"/>
              </a:gs>
              <a:gs pos="42188">
                <a:srgbClr val="44b6e7"/>
              </a:gs>
              <a:gs pos="43750">
                <a:srgbClr val="44b6e7"/>
              </a:gs>
              <a:gs pos="43750">
                <a:srgbClr val="42b5e6"/>
              </a:gs>
              <a:gs pos="45313">
                <a:srgbClr val="42b5e6"/>
              </a:gs>
              <a:gs pos="45313">
                <a:srgbClr val="40b4e6"/>
              </a:gs>
              <a:gs pos="46875">
                <a:srgbClr val="40b4e6"/>
              </a:gs>
              <a:gs pos="46875">
                <a:srgbClr val="3eb4e6"/>
              </a:gs>
              <a:gs pos="48438">
                <a:srgbClr val="3eb4e6"/>
              </a:gs>
              <a:gs pos="48438">
                <a:srgbClr val="3cb3e6"/>
              </a:gs>
              <a:gs pos="50000">
                <a:srgbClr val="3cb3e6"/>
              </a:gs>
              <a:gs pos="50000">
                <a:srgbClr val="3bb2e5"/>
              </a:gs>
              <a:gs pos="51563">
                <a:srgbClr val="3bb2e5"/>
              </a:gs>
              <a:gs pos="51563">
                <a:srgbClr val="39b1e5"/>
              </a:gs>
              <a:gs pos="53125">
                <a:srgbClr val="39b1e5"/>
              </a:gs>
              <a:gs pos="53125">
                <a:srgbClr val="37b1e5"/>
              </a:gs>
              <a:gs pos="54688">
                <a:srgbClr val="37b1e5"/>
              </a:gs>
              <a:gs pos="54688">
                <a:srgbClr val="35b0e5"/>
              </a:gs>
              <a:gs pos="56250">
                <a:srgbClr val="35b0e5"/>
              </a:gs>
              <a:gs pos="56250">
                <a:srgbClr val="33afe4"/>
              </a:gs>
              <a:gs pos="57813">
                <a:srgbClr val="33afe4"/>
              </a:gs>
              <a:gs pos="57813">
                <a:srgbClr val="31aee4"/>
              </a:gs>
              <a:gs pos="59375">
                <a:srgbClr val="31aee4"/>
              </a:gs>
              <a:gs pos="59375">
                <a:srgbClr val="2faee4"/>
              </a:gs>
              <a:gs pos="60938">
                <a:srgbClr val="2faee4"/>
              </a:gs>
              <a:gs pos="60938">
                <a:srgbClr val="2dade3"/>
              </a:gs>
              <a:gs pos="62500">
                <a:srgbClr val="2dade3"/>
              </a:gs>
              <a:gs pos="62500">
                <a:srgbClr val="2bace3"/>
              </a:gs>
              <a:gs pos="64063">
                <a:srgbClr val="2bace3"/>
              </a:gs>
              <a:gs pos="64063">
                <a:srgbClr val="2aabe3"/>
              </a:gs>
              <a:gs pos="65625">
                <a:srgbClr val="2aabe3"/>
              </a:gs>
              <a:gs pos="65625">
                <a:srgbClr val="28abe3"/>
              </a:gs>
              <a:gs pos="67188">
                <a:srgbClr val="28abe3"/>
              </a:gs>
              <a:gs pos="67188">
                <a:srgbClr val="26aae2"/>
              </a:gs>
              <a:gs pos="68750">
                <a:srgbClr val="26aae2"/>
              </a:gs>
              <a:gs pos="68750">
                <a:srgbClr val="24a9e2"/>
              </a:gs>
              <a:gs pos="70313">
                <a:srgbClr val="24a9e2"/>
              </a:gs>
              <a:gs pos="70313">
                <a:srgbClr val="22a8e2"/>
              </a:gs>
              <a:gs pos="71875">
                <a:srgbClr val="22a8e2"/>
              </a:gs>
              <a:gs pos="71875">
                <a:srgbClr val="20a8e2"/>
              </a:gs>
              <a:gs pos="73438">
                <a:srgbClr val="20a8e2"/>
              </a:gs>
              <a:gs pos="73438">
                <a:srgbClr val="1ea7e1"/>
              </a:gs>
              <a:gs pos="75000">
                <a:srgbClr val="1ea7e1"/>
              </a:gs>
              <a:gs pos="75000">
                <a:srgbClr val="1ca6e1"/>
              </a:gs>
              <a:gs pos="76563">
                <a:srgbClr val="1ca6e1"/>
              </a:gs>
              <a:gs pos="76563">
                <a:srgbClr val="1aa5e1"/>
              </a:gs>
              <a:gs pos="78125">
                <a:srgbClr val="1aa5e1"/>
              </a:gs>
              <a:gs pos="78125">
                <a:srgbClr val="19a5e1"/>
              </a:gs>
              <a:gs pos="79688">
                <a:srgbClr val="19a5e1"/>
              </a:gs>
              <a:gs pos="79688">
                <a:srgbClr val="17a4e0"/>
              </a:gs>
              <a:gs pos="81250">
                <a:srgbClr val="17a4e0"/>
              </a:gs>
              <a:gs pos="81250">
                <a:srgbClr val="15a3e0"/>
              </a:gs>
              <a:gs pos="82813">
                <a:srgbClr val="15a3e0"/>
              </a:gs>
              <a:gs pos="82813">
                <a:srgbClr val="13a2e0"/>
              </a:gs>
              <a:gs pos="84375">
                <a:srgbClr val="13a2e0"/>
              </a:gs>
              <a:gs pos="84375">
                <a:srgbClr val="11a2df"/>
              </a:gs>
              <a:gs pos="85938">
                <a:srgbClr val="11a2df"/>
              </a:gs>
              <a:gs pos="85938">
                <a:srgbClr val="0fa1df"/>
              </a:gs>
              <a:gs pos="87500">
                <a:srgbClr val="0fa1df"/>
              </a:gs>
              <a:gs pos="87500">
                <a:srgbClr val="0da0df"/>
              </a:gs>
              <a:gs pos="89063">
                <a:srgbClr val="0da0df"/>
              </a:gs>
              <a:gs pos="89063">
                <a:srgbClr val="0b9fdf"/>
              </a:gs>
              <a:gs pos="90625">
                <a:srgbClr val="0b9fdf"/>
              </a:gs>
              <a:gs pos="90625">
                <a:srgbClr val="099fde"/>
              </a:gs>
              <a:gs pos="92188">
                <a:srgbClr val="099fde"/>
              </a:gs>
              <a:gs pos="92188">
                <a:srgbClr val="089ede"/>
              </a:gs>
              <a:gs pos="93750">
                <a:srgbClr val="089ede"/>
              </a:gs>
              <a:gs pos="93750">
                <a:srgbClr val="069dde"/>
              </a:gs>
              <a:gs pos="95313">
                <a:srgbClr val="069dde"/>
              </a:gs>
              <a:gs pos="95313">
                <a:srgbClr val="049cde"/>
              </a:gs>
              <a:gs pos="96875">
                <a:srgbClr val="049cde"/>
              </a:gs>
              <a:gs pos="96875">
                <a:srgbClr val="029cdd"/>
              </a:gs>
              <a:gs pos="98438">
                <a:srgbClr val="029cdd"/>
              </a:gs>
              <a:gs pos="98438">
                <a:srgbClr val="009bdd"/>
              </a:gs>
              <a:gs pos="100000">
                <a:srgbClr val="009bdd"/>
              </a:gs>
            </a:gsLst>
            <a:lin ang="10800000"/>
          </a:gradFill>
          <a:ln w="18000">
            <a:noFill/>
          </a:ln>
          <a:effectLst>
            <a:outerShdw blurRad="0" dir="5400000" dist="10800" rotWithShape="0">
              <a:srgbClr val="009bdd"/>
            </a:outerShdw>
          </a:effectLst>
        </p:spPr>
        <p:style>
          <a:lnRef idx="0"/>
          <a:fillRef idx="0"/>
          <a:effectRef idx="0"/>
          <a:fontRef idx="minor"/>
        </p:style>
        <p:txBody>
          <a:bodyPr wrap="none" lIns="90000" rIns="90000" tIns="45000" bIns="45000" anchor="ctr">
            <a:noAutofit/>
          </a:bodyPr>
          <a:p>
            <a:endParaRPr b="0" lang="en-IN" sz="1800" strike="noStrike" u="none">
              <a:solidFill>
                <a:srgbClr val="000000"/>
              </a:solidFill>
              <a:effectLst/>
              <a:uFillTx/>
              <a:latin typeface="Arial"/>
              <a:ea typeface="DejaVu Sans"/>
            </a:endParaRPr>
          </a:p>
        </p:txBody>
      </p:sp>
      <p:sp>
        <p:nvSpPr>
          <p:cNvPr id="49" name="PlaceHolder 1"/>
          <p:cNvSpPr>
            <a:spLocks noGrp="1"/>
          </p:cNvSpPr>
          <p:nvPr>
            <p:ph type="title"/>
          </p:nvPr>
        </p:nvSpPr>
        <p:spPr>
          <a:xfrm>
            <a:off x="360000" y="180000"/>
            <a:ext cx="9358200" cy="476280"/>
          </a:xfrm>
          <a:prstGeom prst="rect">
            <a:avLst/>
          </a:prstGeom>
          <a:noFill/>
          <a:ln w="0">
            <a:noFill/>
          </a:ln>
        </p:spPr>
        <p:txBody>
          <a:bodyPr lIns="0" rIns="0" tIns="0" bIns="0" anchor="ctr">
            <a:noAutofit/>
          </a:bodyPr>
          <a:p>
            <a:pPr indent="0" algn="ctr">
              <a:lnSpc>
                <a:spcPct val="100000"/>
              </a:lnSpc>
              <a:buNone/>
              <a:tabLst>
                <a:tab algn="l" pos="0"/>
              </a:tabLst>
            </a:pPr>
            <a:r>
              <a:rPr b="0" lang="en-IN" sz="3300" strike="noStrike" u="none">
                <a:solidFill>
                  <a:srgbClr val="eeeeee"/>
                </a:solidFill>
                <a:effectLst/>
                <a:uFillTx/>
                <a:latin typeface="Arial"/>
              </a:rPr>
              <a:t>Click to edit the title text format</a:t>
            </a:r>
            <a:endParaRPr b="0" lang="en-IN" sz="3300" strike="noStrike" u="none">
              <a:solidFill>
                <a:srgbClr val="000000"/>
              </a:solidFill>
              <a:effectLst/>
              <a:uFillTx/>
              <a:latin typeface="Arial"/>
            </a:endParaRPr>
          </a:p>
        </p:txBody>
      </p:sp>
      <p:sp>
        <p:nvSpPr>
          <p:cNvPr id="50" name="PlaceHolder 2"/>
          <p:cNvSpPr>
            <a:spLocks noGrp="1"/>
          </p:cNvSpPr>
          <p:nvPr>
            <p:ph type="body"/>
          </p:nvPr>
        </p:nvSpPr>
        <p:spPr>
          <a:xfrm>
            <a:off x="360000" y="1080000"/>
            <a:ext cx="9358200" cy="3598200"/>
          </a:xfrm>
          <a:prstGeom prst="rect">
            <a:avLst/>
          </a:prstGeom>
          <a:noFill/>
          <a:ln w="0">
            <a:noFill/>
          </a:ln>
        </p:spPr>
        <p:txBody>
          <a:bodyPr lIns="0" rIns="0" tIns="0" bIns="0" anchor="t">
            <a:noAutofit/>
          </a:bodyPr>
          <a:p>
            <a:pPr marL="432000" indent="-324000">
              <a:lnSpc>
                <a:spcPct val="100000"/>
              </a:lnSpc>
              <a:spcBef>
                <a:spcPts val="1060"/>
              </a:spcBef>
              <a:buClr>
                <a:srgbClr val="77caee"/>
              </a:buClr>
              <a:buSzPct val="45000"/>
              <a:buFont typeface="Wingdings" charset="2"/>
              <a:buChar char=""/>
            </a:pPr>
            <a:r>
              <a:rPr b="0" lang="en-IN" sz="2400" strike="noStrike" u="none">
                <a:solidFill>
                  <a:srgbClr val="009bdd"/>
                </a:solidFill>
                <a:effectLst/>
                <a:uFillTx/>
                <a:latin typeface="Arial"/>
              </a:rPr>
              <a:t>Click to edit the outline text format</a:t>
            </a:r>
            <a:endParaRPr b="0" lang="en-IN" sz="2400" strike="noStrike" u="none">
              <a:solidFill>
                <a:srgbClr val="000000"/>
              </a:solidFill>
              <a:effectLst/>
              <a:uFillTx/>
              <a:latin typeface="Arial"/>
            </a:endParaRPr>
          </a:p>
          <a:p>
            <a:pPr lvl="1" marL="864000" indent="-324000">
              <a:lnSpc>
                <a:spcPct val="100000"/>
              </a:lnSpc>
              <a:spcBef>
                <a:spcPts val="850"/>
              </a:spcBef>
              <a:buClr>
                <a:srgbClr val="77caee"/>
              </a:buClr>
              <a:buSzPct val="45000"/>
              <a:buFont typeface="Wingdings" charset="2"/>
              <a:buChar char=""/>
            </a:pPr>
            <a:r>
              <a:rPr b="0" lang="en-IN" sz="2100" strike="noStrike" u="none">
                <a:solidFill>
                  <a:srgbClr val="009bdd"/>
                </a:solidFill>
                <a:effectLst/>
                <a:uFillTx/>
                <a:latin typeface="Arial"/>
              </a:rPr>
              <a:t>Second Outline Level</a:t>
            </a:r>
            <a:endParaRPr b="0" lang="en-IN" sz="2100" strike="noStrike" u="none">
              <a:solidFill>
                <a:srgbClr val="000000"/>
              </a:solidFill>
              <a:effectLst/>
              <a:uFillTx/>
              <a:latin typeface="Arial"/>
            </a:endParaRPr>
          </a:p>
          <a:p>
            <a:pPr lvl="2" marL="1296000" indent="-288000">
              <a:lnSpc>
                <a:spcPct val="100000"/>
              </a:lnSpc>
              <a:spcBef>
                <a:spcPts val="635"/>
              </a:spcBef>
              <a:buClr>
                <a:srgbClr val="77caee"/>
              </a:buClr>
              <a:buSzPct val="45000"/>
              <a:buFont typeface="Wingdings" charset="2"/>
              <a:buChar char=""/>
            </a:pPr>
            <a:r>
              <a:rPr b="0" lang="en-IN" sz="1800" strike="noStrike" u="none">
                <a:solidFill>
                  <a:srgbClr val="009bdd"/>
                </a:solidFill>
                <a:effectLst/>
                <a:uFillTx/>
                <a:latin typeface="Arial"/>
              </a:rPr>
              <a:t>Third Outline Level</a:t>
            </a:r>
            <a:endParaRPr b="0" lang="en-IN" sz="1800" strike="noStrike" u="none">
              <a:solidFill>
                <a:srgbClr val="000000"/>
              </a:solidFill>
              <a:effectLst/>
              <a:uFillTx/>
              <a:latin typeface="Arial"/>
            </a:endParaRPr>
          </a:p>
          <a:p>
            <a:pPr lvl="3" marL="1728000" indent="-216000">
              <a:lnSpc>
                <a:spcPct val="100000"/>
              </a:lnSpc>
              <a:spcBef>
                <a:spcPts val="422"/>
              </a:spcBef>
              <a:buClr>
                <a:srgbClr val="77caee"/>
              </a:buClr>
              <a:buSzPct val="45000"/>
              <a:buFont typeface="Wingdings" charset="2"/>
              <a:buChar char=""/>
            </a:pPr>
            <a:r>
              <a:rPr b="0" lang="en-IN" sz="1500" strike="noStrike" u="none">
                <a:solidFill>
                  <a:srgbClr val="009bdd"/>
                </a:solidFill>
                <a:effectLst/>
                <a:uFillTx/>
                <a:latin typeface="Arial"/>
              </a:rPr>
              <a:t>Fourth Outline Level</a:t>
            </a:r>
            <a:endParaRPr b="0" lang="en-IN" sz="1500" strike="noStrike" u="none">
              <a:solidFill>
                <a:srgbClr val="000000"/>
              </a:solidFill>
              <a:effectLst/>
              <a:uFillTx/>
              <a:latin typeface="Arial"/>
            </a:endParaRPr>
          </a:p>
          <a:p>
            <a:pPr lvl="4" marL="2160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Fifth Outline Level</a:t>
            </a:r>
            <a:endParaRPr b="0" lang="en-IN" sz="1500" strike="noStrike" u="none">
              <a:solidFill>
                <a:srgbClr val="000000"/>
              </a:solidFill>
              <a:effectLst/>
              <a:uFillTx/>
              <a:latin typeface="Arial"/>
            </a:endParaRPr>
          </a:p>
          <a:p>
            <a:pPr lvl="5" marL="2592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Sixth Outline Level</a:t>
            </a:r>
            <a:endParaRPr b="0" lang="en-IN" sz="1500" strike="noStrike" u="none">
              <a:solidFill>
                <a:srgbClr val="000000"/>
              </a:solidFill>
              <a:effectLst/>
              <a:uFillTx/>
              <a:latin typeface="Arial"/>
            </a:endParaRPr>
          </a:p>
          <a:p>
            <a:pPr lvl="6" marL="3024000" indent="-216000">
              <a:lnSpc>
                <a:spcPct val="100000"/>
              </a:lnSpc>
              <a:spcBef>
                <a:spcPts val="210"/>
              </a:spcBef>
              <a:buClr>
                <a:srgbClr val="77caee"/>
              </a:buClr>
              <a:buSzPct val="45000"/>
              <a:buFont typeface="Wingdings" charset="2"/>
              <a:buChar char=""/>
            </a:pPr>
            <a:r>
              <a:rPr b="0" lang="en-IN" sz="1500" strike="noStrike" u="none">
                <a:solidFill>
                  <a:srgbClr val="009bdd"/>
                </a:solidFill>
                <a:effectLst/>
                <a:uFillTx/>
                <a:latin typeface="Arial"/>
              </a:rPr>
              <a:t>Seventh Outline Level</a:t>
            </a:r>
            <a:endParaRPr b="0" lang="en-IN" sz="1500" strike="noStrike" u="none">
              <a:solidFill>
                <a:srgbClr val="000000"/>
              </a:solidFill>
              <a:effectLst/>
              <a:uFillTx/>
              <a:latin typeface="Arial"/>
            </a:endParaRPr>
          </a:p>
        </p:txBody>
      </p:sp>
      <p:sp>
        <p:nvSpPr>
          <p:cNvPr id="51" name="PlaceHolder 3"/>
          <p:cNvSpPr>
            <a:spLocks noGrp="1"/>
          </p:cNvSpPr>
          <p:nvPr>
            <p:ph type="dt" idx="22"/>
          </p:nvPr>
        </p:nvSpPr>
        <p:spPr>
          <a:xfrm>
            <a:off x="360000" y="5220000"/>
            <a:ext cx="2338200" cy="358200"/>
          </a:xfrm>
          <a:prstGeom prst="rect">
            <a:avLst/>
          </a:prstGeom>
          <a:noFill/>
          <a:ln w="0">
            <a:noFill/>
          </a:ln>
        </p:spPr>
        <p:txBody>
          <a:bodyPr lIns="0" rIns="0" tIns="0" bIns="0" anchor="t">
            <a:noAutofit/>
          </a:bodyPr>
          <a:lstStyle>
            <a:lvl1pPr indent="0">
              <a:lnSpc>
                <a:spcPct val="100000"/>
              </a:lnSpc>
              <a:buNone/>
              <a:tabLst>
                <a:tab algn="l" pos="0"/>
              </a:tabLst>
              <a:defRPr b="0" lang="en-IN" sz="1400" strike="noStrike" u="none">
                <a:solidFill>
                  <a:srgbClr val="ffffff"/>
                </a:solidFill>
                <a:effectLst/>
                <a:uFillTx/>
                <a:latin typeface="Arial"/>
              </a:defRPr>
            </a:lvl1pPr>
          </a:lstStyle>
          <a:p>
            <a:pPr indent="0">
              <a:lnSpc>
                <a:spcPct val="100000"/>
              </a:lnSpc>
              <a:buNone/>
              <a:tabLst>
                <a:tab algn="l" pos="0"/>
              </a:tabLst>
            </a:pPr>
            <a:r>
              <a:rPr b="0" lang="en-IN" sz="1400" strike="noStrike" u="none">
                <a:solidFill>
                  <a:srgbClr val="ffffff"/>
                </a:solidFill>
                <a:effectLst/>
                <a:uFillTx/>
                <a:latin typeface="Arial"/>
              </a:rPr>
              <a:t>&lt;date/time&gt;</a:t>
            </a:r>
            <a:endParaRPr b="0" lang="en-IN" sz="1400" strike="noStrike" u="none">
              <a:solidFill>
                <a:srgbClr val="000000"/>
              </a:solidFill>
              <a:effectLst/>
              <a:uFillTx/>
              <a:latin typeface="Times New Roman"/>
            </a:endParaRPr>
          </a:p>
        </p:txBody>
      </p:sp>
      <p:sp>
        <p:nvSpPr>
          <p:cNvPr id="52" name="PlaceHolder 4"/>
          <p:cNvSpPr>
            <a:spLocks noGrp="1"/>
          </p:cNvSpPr>
          <p:nvPr>
            <p:ph type="ftr" idx="23"/>
          </p:nvPr>
        </p:nvSpPr>
        <p:spPr>
          <a:xfrm>
            <a:off x="3420000" y="5220000"/>
            <a:ext cx="3238200" cy="35820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ffffff"/>
                </a:solidFill>
                <a:effectLst/>
                <a:uFillTx/>
                <a:latin typeface="Arial"/>
              </a:defRPr>
            </a:lvl1pPr>
          </a:lstStyle>
          <a:p>
            <a:pPr indent="0" algn="ctr">
              <a:lnSpc>
                <a:spcPct val="100000"/>
              </a:lnSpc>
              <a:buNone/>
              <a:tabLst>
                <a:tab algn="l" pos="0"/>
              </a:tabLst>
            </a:pPr>
            <a:r>
              <a:rPr b="0" lang="en-IN" sz="1400" strike="noStrike" u="none">
                <a:solidFill>
                  <a:srgbClr val="ffffff"/>
                </a:solidFill>
                <a:effectLst/>
                <a:uFillTx/>
                <a:latin typeface="Arial"/>
              </a:rPr>
              <a:t>&lt;footer&gt;</a:t>
            </a:r>
            <a:endParaRPr b="0" lang="en-IN" sz="1400" strike="noStrike" u="none">
              <a:solidFill>
                <a:srgbClr val="000000"/>
              </a:solidFill>
              <a:effectLst/>
              <a:uFillTx/>
              <a:latin typeface="Times New Roman"/>
            </a:endParaRPr>
          </a:p>
        </p:txBody>
      </p:sp>
      <p:sp>
        <p:nvSpPr>
          <p:cNvPr id="53" name="PlaceHolder 5"/>
          <p:cNvSpPr>
            <a:spLocks noGrp="1"/>
          </p:cNvSpPr>
          <p:nvPr>
            <p:ph type="sldNum" idx="24"/>
          </p:nvPr>
        </p:nvSpPr>
        <p:spPr>
          <a:xfrm>
            <a:off x="7380000" y="5220000"/>
            <a:ext cx="2338200" cy="35820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ffffff"/>
                </a:solidFill>
                <a:effectLst/>
                <a:uFillTx/>
                <a:latin typeface="Arial"/>
              </a:defRPr>
            </a:lvl1pPr>
          </a:lstStyle>
          <a:p>
            <a:pPr indent="0" algn="r">
              <a:lnSpc>
                <a:spcPct val="100000"/>
              </a:lnSpc>
              <a:buNone/>
              <a:tabLst>
                <a:tab algn="l" pos="0"/>
              </a:tabLst>
            </a:pPr>
            <a:fld id="{095BB45D-F16C-4E96-B608-6A3FF4DCCCD1}" type="slidenum">
              <a:rPr b="0" lang="en-IN" sz="1400" strike="noStrike" u="none">
                <a:solidFill>
                  <a:srgbClr val="ffffff"/>
                </a:solidFill>
                <a:effectLst/>
                <a:uFillTx/>
                <a:latin typeface="Arial"/>
              </a:rPr>
              <a:t>&lt;number&gt;</a:t>
            </a:fld>
            <a:endParaRPr b="0" lang="en-IN" sz="1400" strike="noStrike" u="non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PlaceHolder 1"/>
          <p:cNvSpPr>
            <a:spLocks noGrp="1"/>
          </p:cNvSpPr>
          <p:nvPr>
            <p:ph type="title"/>
          </p:nvPr>
        </p:nvSpPr>
        <p:spPr>
          <a:xfrm>
            <a:off x="360360" y="1618200"/>
            <a:ext cx="8998200" cy="108180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dd4100"/>
                </a:solidFill>
                <a:effectLst/>
                <a:uFillTx/>
                <a:latin typeface="Arial"/>
              </a:rPr>
              <a:t>Proto C Parser </a:t>
            </a:r>
            <a:br>
              <a:rPr sz="3300"/>
            </a:br>
            <a:r>
              <a:rPr b="0" lang="en-IN" sz="2000" strike="noStrike" u="none">
                <a:solidFill>
                  <a:srgbClr val="dd4100"/>
                </a:solidFill>
                <a:effectLst/>
                <a:uFillTx/>
                <a:latin typeface="Arial"/>
              </a:rPr>
              <a:t>by</a:t>
            </a:r>
            <a:r>
              <a:rPr b="0" lang="en-IN" sz="3300" strike="noStrike" u="none">
                <a:solidFill>
                  <a:srgbClr val="dd4100"/>
                </a:solidFill>
                <a:effectLst/>
                <a:uFillTx/>
                <a:latin typeface="Arial"/>
              </a:rPr>
              <a:t> </a:t>
            </a:r>
            <a:r>
              <a:rPr b="0" lang="en-IN" sz="2000" strike="noStrike" u="none">
                <a:solidFill>
                  <a:srgbClr val="dd4100"/>
                </a:solidFill>
                <a:effectLst/>
                <a:uFillTx/>
                <a:latin typeface="Arial"/>
              </a:rPr>
              <a:t>Daipayan Bhowal</a:t>
            </a:r>
            <a:endParaRPr b="0" lang="en-IN" sz="2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PlaceHolder 1"/>
          <p:cNvSpPr>
            <a:spLocks noGrp="1"/>
          </p:cNvSpPr>
          <p:nvPr>
            <p:ph type="title"/>
          </p:nvPr>
        </p:nvSpPr>
        <p:spPr>
          <a:xfrm>
            <a:off x="360000" y="166680"/>
            <a:ext cx="9358200" cy="50328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a:t>
            </a:r>
            <a:endParaRPr b="0" lang="en-IN" sz="3300" strike="noStrike" u="none">
              <a:solidFill>
                <a:srgbClr val="000000"/>
              </a:solidFill>
              <a:effectLst/>
              <a:uFillTx/>
              <a:latin typeface="Arial"/>
            </a:endParaRPr>
          </a:p>
        </p:txBody>
      </p:sp>
      <p:sp>
        <p:nvSpPr>
          <p:cNvPr id="56" name="PlaceHolder 2"/>
          <p:cNvSpPr>
            <a:spLocks noGrp="1"/>
          </p:cNvSpPr>
          <p:nvPr>
            <p:ph/>
          </p:nvPr>
        </p:nvSpPr>
        <p:spPr>
          <a:xfrm>
            <a:off x="360000" y="900360"/>
            <a:ext cx="9358200" cy="3598200"/>
          </a:xfrm>
          <a:prstGeom prst="rect">
            <a:avLst/>
          </a:prstGeom>
          <a:noFill/>
          <a:ln w="0">
            <a:noFill/>
          </a:ln>
        </p:spPr>
        <p:txBody>
          <a:bodyPr lIns="0" rIns="0" tIns="0" bIns="0" anchor="t">
            <a:noAutofit/>
          </a:bodyPr>
          <a:p>
            <a:pPr marL="432000" indent="-324000">
              <a:lnSpc>
                <a:spcPct val="100000"/>
              </a:lnSpc>
              <a:spcBef>
                <a:spcPts val="1060"/>
              </a:spcBef>
              <a:buClr>
                <a:srgbClr val="77caee"/>
              </a:buClr>
              <a:buSzPct val="45000"/>
              <a:buFont typeface="Wingdings" charset="2"/>
              <a:buChar char=""/>
            </a:pPr>
            <a:r>
              <a:rPr b="0" lang="en-IN" sz="1800" strike="noStrike" u="none">
                <a:solidFill>
                  <a:srgbClr val="009bdd"/>
                </a:solidFill>
                <a:effectLst/>
                <a:uFillTx/>
                <a:latin typeface="Arial"/>
              </a:rPr>
              <a:t>Recursive descent parser are sets of recursion which will decide the combination of </a:t>
            </a:r>
            <a:r>
              <a:rPr b="0" lang="en-IN" sz="1800" strike="noStrike" u="none">
                <a:solidFill>
                  <a:srgbClr val="009bdd"/>
                </a:solidFill>
                <a:effectLst/>
                <a:uFillTx/>
                <a:latin typeface="Arial"/>
              </a:rPr>
              <a:t>tokens</a:t>
            </a:r>
            <a:endParaRPr b="0" lang="en-IN" sz="1800" strike="noStrike" u="none">
              <a:solidFill>
                <a:srgbClr val="000000"/>
              </a:solidFill>
              <a:effectLst/>
              <a:uFillTx/>
              <a:latin typeface="Arial"/>
            </a:endParaRPr>
          </a:p>
          <a:p>
            <a:pPr marL="432000" indent="-324000">
              <a:lnSpc>
                <a:spcPct val="100000"/>
              </a:lnSpc>
              <a:spcBef>
                <a:spcPts val="1060"/>
              </a:spcBef>
              <a:buClr>
                <a:srgbClr val="77caee"/>
              </a:buClr>
              <a:buSzPct val="45000"/>
              <a:buFont typeface="Wingdings" charset="2"/>
              <a:buChar char=""/>
            </a:pPr>
            <a:r>
              <a:rPr b="0" lang="en-IN" sz="1800" strike="noStrike" u="none">
                <a:solidFill>
                  <a:srgbClr val="009bdd"/>
                </a:solidFill>
                <a:effectLst/>
                <a:uFillTx/>
                <a:latin typeface="Arial"/>
              </a:rPr>
              <a:t>We are going to design a Recursive descent parser for C in which  we are going to do </a:t>
            </a:r>
            <a:r>
              <a:rPr b="0" lang="en-IN" sz="1800" strike="noStrike" u="none">
                <a:solidFill>
                  <a:srgbClr val="009bdd"/>
                </a:solidFill>
                <a:effectLst/>
                <a:uFillTx/>
                <a:latin typeface="Arial"/>
              </a:rPr>
              <a:t>in-lining, left recursion removal, left factoring, merging, commonality, cyclic reference </a:t>
            </a:r>
            <a:r>
              <a:rPr b="0" lang="en-IN" sz="1800" strike="noStrike" u="none">
                <a:solidFill>
                  <a:srgbClr val="009bdd"/>
                </a:solidFill>
                <a:effectLst/>
                <a:uFillTx/>
                <a:latin typeface="Arial"/>
              </a:rPr>
              <a:t>removal, symbol matching first, lookahead based termination etc.</a:t>
            </a:r>
            <a:endParaRPr b="0" lang="en-IN" sz="1800" strike="noStrike" u="none">
              <a:solidFill>
                <a:srgbClr val="000000"/>
              </a:solidFill>
              <a:effectLst/>
              <a:uFillTx/>
              <a:latin typeface="Arial"/>
            </a:endParaRPr>
          </a:p>
          <a:p>
            <a:pPr marL="432000" indent="-324000">
              <a:lnSpc>
                <a:spcPct val="100000"/>
              </a:lnSpc>
              <a:spcBef>
                <a:spcPts val="1060"/>
              </a:spcBef>
              <a:buClr>
                <a:srgbClr val="77caee"/>
              </a:buClr>
              <a:buSzPct val="45000"/>
              <a:buFont typeface="Wingdings" charset="2"/>
              <a:buChar char=""/>
            </a:pPr>
            <a:r>
              <a:rPr b="0" lang="en-IN" sz="1800" strike="noStrike" u="none">
                <a:solidFill>
                  <a:srgbClr val="009bdd"/>
                </a:solidFill>
                <a:effectLst/>
                <a:uFillTx/>
                <a:latin typeface="Arial"/>
              </a:rPr>
              <a:t>We will start from top to bottom grammer i.e. from expression/assignment-expression </a:t>
            </a:r>
            <a:r>
              <a:rPr b="0" lang="en-IN" sz="1800" strike="noStrike" u="none">
                <a:solidFill>
                  <a:srgbClr val="009bdd"/>
                </a:solidFill>
                <a:effectLst/>
                <a:uFillTx/>
                <a:latin typeface="Arial"/>
              </a:rPr>
              <a:t>and move to bottom nodes like unary_expression, primary_expression &amp; </a:t>
            </a:r>
            <a:r>
              <a:rPr b="0" lang="en-IN" sz="1800" strike="noStrike" u="none">
                <a:solidFill>
                  <a:srgbClr val="009bdd"/>
                </a:solidFill>
                <a:effectLst/>
                <a:uFillTx/>
                <a:latin typeface="Arial"/>
              </a:rPr>
              <a:t>postfix_expression</a:t>
            </a:r>
            <a:endParaRPr b="0" lang="en-IN" sz="1800" strike="noStrike" u="none">
              <a:solidFill>
                <a:srgbClr val="000000"/>
              </a:solidFill>
              <a:effectLst/>
              <a:uFillTx/>
              <a:latin typeface="Arial"/>
            </a:endParaRPr>
          </a:p>
          <a:p>
            <a:pPr marL="432000" indent="-324000">
              <a:lnSpc>
                <a:spcPct val="100000"/>
              </a:lnSpc>
              <a:spcBef>
                <a:spcPts val="1060"/>
              </a:spcBef>
              <a:buClr>
                <a:srgbClr val="77caee"/>
              </a:buClr>
              <a:buSzPct val="45000"/>
              <a:buFont typeface="Wingdings" charset="2"/>
              <a:buChar char=""/>
            </a:pPr>
            <a:r>
              <a:rPr b="0" lang="en-IN" sz="1800" strike="noStrike" u="none">
                <a:solidFill>
                  <a:srgbClr val="009bdd"/>
                </a:solidFill>
                <a:effectLst/>
                <a:uFillTx/>
                <a:latin typeface="Arial"/>
              </a:rPr>
              <a:t>The bottom nodes/leafs of the tree can only be one of them, either unary_expression or </a:t>
            </a:r>
            <a:r>
              <a:rPr b="0" lang="en-IN" sz="1800" strike="noStrike" u="none">
                <a:solidFill>
                  <a:srgbClr val="009bdd"/>
                </a:solidFill>
                <a:effectLst/>
                <a:uFillTx/>
                <a:latin typeface="Arial"/>
              </a:rPr>
              <a:t>primary_expression or postfix_expression, all other symbols will be an operator </a:t>
            </a:r>
            <a:endParaRPr b="0" lang="en-IN" sz="1800" strike="noStrike" u="none">
              <a:solidFill>
                <a:srgbClr val="000000"/>
              </a:solidFill>
              <a:effectLst/>
              <a:uFillTx/>
              <a:latin typeface="Arial"/>
            </a:endParaRPr>
          </a:p>
          <a:p>
            <a:pPr marL="432000" indent="-324000">
              <a:lnSpc>
                <a:spcPct val="100000"/>
              </a:lnSpc>
              <a:spcBef>
                <a:spcPts val="1060"/>
              </a:spcBef>
              <a:buClr>
                <a:srgbClr val="77caee"/>
              </a:buClr>
              <a:buSzPct val="45000"/>
              <a:buFont typeface="Wingdings" charset="2"/>
              <a:buChar char=""/>
            </a:pPr>
            <a:r>
              <a:rPr b="0" lang="en-IN" sz="1800" strike="noStrike" u="none">
                <a:solidFill>
                  <a:srgbClr val="009bdd"/>
                </a:solidFill>
                <a:effectLst/>
                <a:uFillTx/>
                <a:latin typeface="Arial"/>
              </a:rPr>
              <a:t>We will start the parsing from the top most nodes that can be assignment operator’s like </a:t>
            </a:r>
            <a:r>
              <a:rPr b="0" lang="en-IN" sz="1800" strike="noStrike" u="none">
                <a:solidFill>
                  <a:srgbClr val="009bdd"/>
                </a:solidFill>
                <a:effectLst/>
                <a:uFillTx/>
                <a:latin typeface="Arial"/>
              </a:rPr>
              <a:t>‘=’ ,’+=’ ‘-=’ etc. Or a comma operator ‘,’ for supporting list of multiple expressions as </a:t>
            </a:r>
            <a:r>
              <a:rPr b="0" lang="en-IN" sz="1800" strike="noStrike" u="none">
                <a:solidFill>
                  <a:srgbClr val="009bdd"/>
                </a:solidFill>
                <a:effectLst/>
                <a:uFillTx/>
                <a:latin typeface="Arial"/>
              </a:rPr>
              <a:t>given in grammer </a:t>
            </a:r>
            <a:endParaRPr b="0" lang="en-IN" sz="18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00C8706F-181D-44D4-A49B-D55ADF1839C5}" type="slidenum">
              <a:t>2</a:t>
            </a:fld>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PlaceHolder 1"/>
          <p:cNvSpPr>
            <a:spLocks noGrp="1"/>
          </p:cNvSpPr>
          <p:nvPr>
            <p:ph type="title"/>
          </p:nvPr>
        </p:nvSpPr>
        <p:spPr>
          <a:xfrm>
            <a:off x="360000" y="166680"/>
            <a:ext cx="9358200" cy="50328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a:t>
            </a:r>
            <a:endParaRPr b="0" lang="en-IN" sz="3300" strike="noStrike" u="none">
              <a:solidFill>
                <a:srgbClr val="000000"/>
              </a:solidFill>
              <a:effectLst/>
              <a:uFillTx/>
              <a:latin typeface="Arial"/>
            </a:endParaRPr>
          </a:p>
        </p:txBody>
      </p:sp>
      <p:sp>
        <p:nvSpPr>
          <p:cNvPr id="58" name="PlaceHolder 2"/>
          <p:cNvSpPr>
            <a:spLocks noGrp="1"/>
          </p:cNvSpPr>
          <p:nvPr>
            <p:ph/>
          </p:nvPr>
        </p:nvSpPr>
        <p:spPr>
          <a:xfrm>
            <a:off x="360000" y="1080000"/>
            <a:ext cx="9358200" cy="3598200"/>
          </a:xfrm>
          <a:prstGeom prst="rect">
            <a:avLst/>
          </a:prstGeom>
          <a:noFill/>
          <a:ln w="0">
            <a:noFill/>
          </a:ln>
        </p:spPr>
        <p:txBody>
          <a:bodyPr lIns="0" rIns="0" tIns="0" bIns="0" anchor="t">
            <a:noAutofit/>
          </a:bodyPr>
          <a:p>
            <a:pPr marL="432000" indent="-324000">
              <a:lnSpc>
                <a:spcPct val="100000"/>
              </a:lnSpc>
              <a:spcBef>
                <a:spcPts val="1191"/>
              </a:spcBef>
              <a:spcAft>
                <a:spcPts val="992"/>
              </a:spcAft>
              <a:buClr>
                <a:srgbClr val="77caee"/>
              </a:buClr>
              <a:buSzPct val="45000"/>
              <a:buFont typeface="Wingdings" charset="2"/>
              <a:buChar char=""/>
            </a:pPr>
            <a:r>
              <a:rPr b="0" lang="en-IN" sz="1000" strike="noStrike" u="none">
                <a:solidFill>
                  <a:srgbClr val="000000"/>
                </a:solidFill>
                <a:effectLst/>
                <a:uFillTx/>
                <a:latin typeface="Arial"/>
              </a:rPr>
              <a:t>Suppose from this a expression grammer, how should be the pseudo-code for this ?</a:t>
            </a:r>
            <a:br>
              <a:rPr sz="1000"/>
            </a:br>
            <a:br>
              <a:rPr sz="1000"/>
            </a:br>
            <a:r>
              <a:rPr b="1" lang="en-IN" sz="1000" strike="noStrike" u="none">
                <a:solidFill>
                  <a:srgbClr val="000000"/>
                </a:solidFill>
                <a:effectLst/>
                <a:uFillTx/>
                <a:latin typeface="Arial"/>
              </a:rPr>
              <a:t>expression:</a:t>
            </a:r>
            <a:br>
              <a:rPr sz="1000"/>
            </a:br>
            <a:r>
              <a:rPr b="1" lang="en-IN" sz="1000" strike="noStrike" u="none">
                <a:solidFill>
                  <a:srgbClr val="000000"/>
                </a:solidFill>
                <a:effectLst/>
                <a:uFillTx/>
                <a:latin typeface="Arial"/>
              </a:rPr>
              <a:t>assignment-expression , expression</a:t>
            </a:r>
            <a:r>
              <a:rPr b="0" lang="en-IN" sz="1000" strike="noStrike" u="none">
                <a:solidFill>
                  <a:srgbClr val="000000"/>
                </a:solidFill>
                <a:effectLst/>
                <a:uFillTx/>
                <a:latin typeface="Arial"/>
              </a:rPr>
              <a:t> </a:t>
            </a:r>
            <a:br>
              <a:rPr sz="1000"/>
            </a:br>
            <a:br>
              <a:rPr sz="1000"/>
            </a:br>
            <a:br>
              <a:rPr sz="1000"/>
            </a:br>
            <a:r>
              <a:rPr b="0" lang="en-IN" sz="1000" strike="noStrike" u="none">
                <a:solidFill>
                  <a:srgbClr val="000000"/>
                </a:solidFill>
                <a:effectLst/>
                <a:uFillTx/>
                <a:latin typeface="Arial"/>
              </a:rPr>
              <a:t>The Pseudo-code for the above grammer is:-</a:t>
            </a:r>
            <a:br>
              <a:rPr sz="1000"/>
            </a:br>
            <a:br>
              <a:rPr sz="1000"/>
            </a:br>
            <a:r>
              <a:rPr b="0" lang="en-IN" sz="1000" strike="noStrike" u="none">
                <a:solidFill>
                  <a:srgbClr val="000000"/>
                </a:solidFill>
                <a:effectLst/>
                <a:uFillTx/>
                <a:latin typeface="Arial"/>
              </a:rPr>
              <a:t>expression()</a:t>
            </a:r>
            <a:br>
              <a:rPr sz="1000"/>
            </a:br>
            <a:r>
              <a:rPr b="0" lang="en-IN" sz="1000" strike="noStrike" u="none">
                <a:solidFill>
                  <a:srgbClr val="000000"/>
                </a:solidFill>
                <a:effectLst/>
                <a:uFillTx/>
                <a:latin typeface="Arial"/>
              </a:rPr>
              <a:t>{</a:t>
            </a:r>
            <a:br>
              <a:rPr sz="1000"/>
            </a:br>
            <a:r>
              <a:rPr b="0" lang="en-IN" sz="1000" strike="noStrike" u="none">
                <a:solidFill>
                  <a:srgbClr val="000000"/>
                </a:solidFill>
                <a:effectLst/>
                <a:uFillTx/>
                <a:latin typeface="Arial"/>
              </a:rPr>
              <a:t>  assignment-expression();</a:t>
            </a:r>
            <a:br>
              <a:rPr sz="1000"/>
            </a:br>
            <a:br>
              <a:rPr sz="1000"/>
            </a:br>
            <a:r>
              <a:rPr b="0" lang="en-IN" sz="1000" strike="noStrike" u="none">
                <a:solidFill>
                  <a:srgbClr val="000000"/>
                </a:solidFill>
                <a:effectLst/>
                <a:uFillTx/>
                <a:latin typeface="Arial"/>
              </a:rPr>
              <a:t>  if(currentToken() == ‘,’)</a:t>
            </a:r>
            <a:br>
              <a:rPr sz="1000"/>
            </a:br>
            <a:r>
              <a:rPr b="0" lang="en-IN" sz="1000" strike="noStrike" u="none">
                <a:solidFill>
                  <a:srgbClr val="000000"/>
                </a:solidFill>
                <a:effectLst/>
                <a:uFillTx/>
                <a:latin typeface="Arial"/>
              </a:rPr>
              <a:t>    expression();</a:t>
            </a:r>
            <a:br>
              <a:rPr sz="1000"/>
            </a:br>
            <a:r>
              <a:rPr b="0" lang="en-IN" sz="1000" strike="noStrike" u="none">
                <a:solidFill>
                  <a:srgbClr val="000000"/>
                </a:solidFill>
                <a:effectLst/>
                <a:uFillTx/>
                <a:latin typeface="Arial"/>
              </a:rPr>
              <a:t>   </a:t>
            </a:r>
            <a:br>
              <a:rPr sz="1000"/>
            </a:br>
            <a:r>
              <a:rPr b="0" lang="en-IN" sz="1000" strike="noStrike" u="none">
                <a:solidFill>
                  <a:srgbClr val="000000"/>
                </a:solidFill>
                <a:effectLst/>
                <a:uFillTx/>
                <a:latin typeface="Arial"/>
              </a:rPr>
              <a:t>}</a:t>
            </a:r>
            <a:br>
              <a:rPr sz="1000"/>
            </a:br>
            <a:br>
              <a:rPr sz="1000"/>
            </a:br>
            <a:r>
              <a:rPr b="0" lang="en-IN" sz="1000" strike="noStrike" u="none">
                <a:solidFill>
                  <a:srgbClr val="000000"/>
                </a:solidFill>
                <a:effectLst/>
                <a:uFillTx/>
                <a:latin typeface="Arial"/>
              </a:rPr>
              <a:t>As you can see from comma(‘,’) onwards it’s optional hence kept inside the if condition</a:t>
            </a:r>
            <a:br>
              <a:rPr sz="1000"/>
            </a:br>
            <a:br>
              <a:rPr sz="1000"/>
            </a:br>
            <a:r>
              <a:rPr b="1" lang="en-IN" sz="1000" strike="noStrike" u="none">
                <a:solidFill>
                  <a:srgbClr val="000000"/>
                </a:solidFill>
                <a:effectLst/>
                <a:uFillTx/>
                <a:latin typeface="Arial"/>
              </a:rPr>
              <a:t>expression: </a:t>
            </a:r>
            <a:br>
              <a:rPr sz="1000"/>
            </a:br>
            <a:r>
              <a:rPr b="1" lang="en-IN" sz="1000" strike="noStrike" u="none">
                <a:solidFill>
                  <a:srgbClr val="000000"/>
                </a:solidFill>
                <a:effectLst/>
                <a:uFillTx/>
                <a:latin typeface="Arial"/>
              </a:rPr>
              <a:t>assignment-expression {, expression}</a:t>
            </a:r>
            <a:r>
              <a:rPr b="1" lang="en-IN" sz="700" strike="noStrike" u="none">
                <a:solidFill>
                  <a:srgbClr val="000000"/>
                </a:solidFill>
                <a:effectLst/>
                <a:uFillTx/>
                <a:latin typeface="Arial"/>
              </a:rPr>
              <a:t>opt</a:t>
            </a:r>
            <a:r>
              <a:rPr b="0" lang="en-IN" sz="700" strike="noStrike" u="none">
                <a:solidFill>
                  <a:srgbClr val="000000"/>
                </a:solidFill>
                <a:effectLst/>
                <a:uFillTx/>
                <a:latin typeface="Arial"/>
              </a:rPr>
              <a:t> </a:t>
            </a:r>
            <a:br>
              <a:rPr sz="1000"/>
            </a:br>
            <a:br>
              <a:rPr sz="1000"/>
            </a:br>
            <a:br>
              <a:rPr sz="1000"/>
            </a:br>
            <a:br>
              <a:rPr sz="1000"/>
            </a:br>
            <a:br>
              <a:rPr sz="1000"/>
            </a:br>
            <a:br>
              <a:rPr sz="1000"/>
            </a:br>
            <a:br>
              <a:rPr sz="1000"/>
            </a:br>
            <a:br>
              <a:rPr sz="1000"/>
            </a:br>
            <a:r>
              <a:rPr b="0" lang="en-IN" sz="1000" strike="noStrike" u="none">
                <a:solidFill>
                  <a:srgbClr val="000000"/>
                </a:solidFill>
                <a:effectLst/>
                <a:uFillTx/>
                <a:latin typeface="Arial"/>
              </a:rPr>
              <a:t> </a:t>
            </a: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05E8A114-AE08-447B-B424-0EDBE7633D5C}" type="slidenum">
              <a:t>3</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PlaceHolder 1"/>
          <p:cNvSpPr>
            <a:spLocks noGrp="1"/>
          </p:cNvSpPr>
          <p:nvPr>
            <p:ph type="title"/>
          </p:nvPr>
        </p:nvSpPr>
        <p:spPr>
          <a:xfrm>
            <a:off x="360000" y="166680"/>
            <a:ext cx="9358200" cy="50328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 inlining</a:t>
            </a:r>
            <a:endParaRPr b="0" lang="en-IN" sz="3300" strike="noStrike" u="none">
              <a:solidFill>
                <a:srgbClr val="000000"/>
              </a:solidFill>
              <a:effectLst/>
              <a:uFillTx/>
              <a:latin typeface="Arial"/>
            </a:endParaRPr>
          </a:p>
        </p:txBody>
      </p:sp>
      <p:sp>
        <p:nvSpPr>
          <p:cNvPr id="60" name="PlaceHolder 2"/>
          <p:cNvSpPr>
            <a:spLocks noGrp="1"/>
          </p:cNvSpPr>
          <p:nvPr>
            <p:ph/>
          </p:nvPr>
        </p:nvSpPr>
        <p:spPr>
          <a:xfrm>
            <a:off x="360000" y="1080000"/>
            <a:ext cx="9358200" cy="3598200"/>
          </a:xfrm>
          <a:prstGeom prst="rect">
            <a:avLst/>
          </a:prstGeom>
          <a:noFill/>
          <a:ln w="0">
            <a:noFill/>
          </a:ln>
        </p:spPr>
        <p:txBody>
          <a:bodyPr lIns="0" rIns="0" tIns="0" bIns="0" anchor="t">
            <a:noAutofit/>
          </a:bodyPr>
          <a:p>
            <a:pPr marL="432000" indent="0">
              <a:lnSpc>
                <a:spcPct val="100000"/>
              </a:lnSpc>
              <a:spcBef>
                <a:spcPts val="1191"/>
              </a:spcBef>
              <a:spcAft>
                <a:spcPts val="992"/>
              </a:spcAft>
              <a:buNone/>
              <a:tabLst>
                <a:tab algn="l" pos="0"/>
              </a:tabLst>
            </a:pPr>
            <a:br>
              <a:rPr sz="700"/>
            </a:br>
            <a:r>
              <a:rPr b="1" lang="en-IN" sz="1000" strike="noStrike" u="none">
                <a:solidFill>
                  <a:srgbClr val="000000"/>
                </a:solidFill>
                <a:effectLst/>
                <a:uFillTx/>
                <a:latin typeface="Arial"/>
              </a:rPr>
              <a:t>assignment-expression:</a:t>
            </a:r>
            <a:br>
              <a:rPr sz="1000"/>
            </a:br>
            <a:r>
              <a:rPr b="1" lang="en-IN" sz="1000" strike="noStrike" u="none">
                <a:solidFill>
                  <a:srgbClr val="000000"/>
                </a:solidFill>
                <a:effectLst/>
                <a:uFillTx/>
                <a:latin typeface="Arial"/>
              </a:rPr>
              <a:t>conditional-expression</a:t>
            </a:r>
            <a:br>
              <a:rPr sz="1000"/>
            </a:br>
            <a:r>
              <a:rPr b="1" lang="en-IN" sz="1000" strike="noStrike" u="none">
                <a:solidFill>
                  <a:srgbClr val="000000"/>
                </a:solidFill>
                <a:effectLst/>
                <a:uFillTx/>
                <a:latin typeface="Arial"/>
              </a:rPr>
              <a:t>unary-expression assignment-operator assignment-expression</a:t>
            </a:r>
            <a:endParaRPr b="0" lang="en-IN" sz="1000" strike="noStrike" u="none">
              <a:solidFill>
                <a:srgbClr val="000000"/>
              </a:solidFill>
              <a:effectLst/>
              <a:uFillTx/>
              <a:latin typeface="Arial"/>
            </a:endParaRPr>
          </a:p>
          <a:p>
            <a:pPr marL="432000" indent="-324000">
              <a:lnSpc>
                <a:spcPct val="100000"/>
              </a:lnSpc>
              <a:spcBef>
                <a:spcPts val="1191"/>
              </a:spcBef>
              <a:spcAft>
                <a:spcPts val="992"/>
              </a:spcAft>
              <a:buClr>
                <a:srgbClr val="77caee"/>
              </a:buClr>
              <a:buSzPct val="45000"/>
              <a:buFont typeface="Wingdings" charset="2"/>
              <a:buChar char=""/>
              <a:tabLst>
                <a:tab algn="l" pos="0"/>
              </a:tabLst>
            </a:pPr>
            <a:r>
              <a:rPr b="1" lang="en-IN" sz="1000" strike="noStrike" u="none">
                <a:solidFill>
                  <a:srgbClr val="000000"/>
                </a:solidFill>
                <a:effectLst/>
                <a:uFillTx/>
                <a:latin typeface="Arial"/>
              </a:rPr>
              <a:t>assignment-operator: one of</a:t>
            </a:r>
            <a:br>
              <a:rPr sz="1000"/>
            </a:br>
            <a:r>
              <a:rPr b="1" lang="en-IN" sz="1000" strike="noStrike" u="none">
                <a:solidFill>
                  <a:srgbClr val="000000"/>
                </a:solidFill>
                <a:effectLst/>
                <a:uFillTx/>
                <a:latin typeface="Arial"/>
              </a:rPr>
              <a:t>= *= /= %= += -= &lt;&lt;= &gt;&gt;= &amp;= ^= |=</a:t>
            </a:r>
            <a:br>
              <a:rPr sz="1000"/>
            </a:br>
            <a:br>
              <a:rPr sz="1000"/>
            </a:br>
            <a:r>
              <a:rPr b="0" lang="en-IN" sz="1000" strike="noStrike" u="none">
                <a:solidFill>
                  <a:srgbClr val="000000"/>
                </a:solidFill>
                <a:effectLst/>
                <a:uFillTx/>
                <a:latin typeface="Arial"/>
              </a:rPr>
              <a:t>now replace the assignment-operator with each of the operators, The inlining for the above grammer is:-</a:t>
            </a:r>
            <a:br>
              <a:rPr sz="1000"/>
            </a:br>
            <a:br>
              <a:rPr sz="1000"/>
            </a:br>
            <a:r>
              <a:rPr b="1" lang="en-IN" sz="1000" strike="noStrike" u="none">
                <a:solidFill>
                  <a:srgbClr val="000000"/>
                </a:solidFill>
                <a:effectLst/>
                <a:uFillTx/>
                <a:latin typeface="Arial"/>
              </a:rPr>
              <a:t>assignment-expression: </a:t>
            </a:r>
            <a:br>
              <a:rPr sz="1000"/>
            </a:br>
            <a:r>
              <a:rPr b="1" lang="en-IN" sz="1000" strike="noStrike" u="none">
                <a:solidFill>
                  <a:srgbClr val="000000"/>
                </a:solidFill>
                <a:effectLst/>
                <a:uFillTx/>
                <a:latin typeface="Arial"/>
              </a:rPr>
              <a:t>conditional-expression </a:t>
            </a:r>
            <a:br>
              <a:rPr sz="1000"/>
            </a:br>
            <a:r>
              <a:rPr b="1" lang="en-IN" sz="1000" strike="noStrike" u="none">
                <a:solidFill>
                  <a:srgbClr val="000000"/>
                </a:solidFill>
                <a:effectLst/>
                <a:uFillTx/>
                <a:latin typeface="Arial"/>
              </a:rPr>
              <a:t>unary-expression = assignment-expression</a:t>
            </a:r>
            <a:br>
              <a:rPr sz="1000"/>
            </a:br>
            <a:r>
              <a:rPr b="1" lang="en-IN" sz="1000" strike="noStrike" u="none">
                <a:solidFill>
                  <a:srgbClr val="000000"/>
                </a:solidFill>
                <a:effectLst/>
                <a:uFillTx/>
                <a:latin typeface="Arial"/>
              </a:rPr>
              <a:t>unary-expression *= assignment-expression</a:t>
            </a:r>
            <a:br>
              <a:rPr sz="1000"/>
            </a:br>
            <a:r>
              <a:rPr b="1" lang="en-IN" sz="1000" strike="noStrike" u="none">
                <a:solidFill>
                  <a:srgbClr val="000000"/>
                </a:solidFill>
                <a:effectLst/>
                <a:uFillTx/>
                <a:latin typeface="Arial"/>
              </a:rPr>
              <a:t>unary-expression /= assignment-expression</a:t>
            </a:r>
            <a:br>
              <a:rPr sz="1000"/>
            </a:br>
            <a:r>
              <a:rPr b="1" lang="en-IN" sz="1000" strike="noStrike" u="none">
                <a:solidFill>
                  <a:srgbClr val="000000"/>
                </a:solidFill>
                <a:effectLst/>
                <a:uFillTx/>
                <a:latin typeface="Arial"/>
              </a:rPr>
              <a:t>unary-expression %= assignment-expression</a:t>
            </a:r>
            <a:br>
              <a:rPr sz="1000"/>
            </a:br>
            <a:r>
              <a:rPr b="1" lang="en-IN" sz="1000" strike="noStrike" u="none">
                <a:solidFill>
                  <a:srgbClr val="000000"/>
                </a:solidFill>
                <a:effectLst/>
                <a:uFillTx/>
                <a:latin typeface="Arial"/>
              </a:rPr>
              <a:t>unary-expression += assignment-expression</a:t>
            </a:r>
            <a:br>
              <a:rPr sz="1000"/>
            </a:br>
            <a:r>
              <a:rPr b="1" lang="en-IN" sz="1000" strike="noStrike" u="none">
                <a:solidFill>
                  <a:srgbClr val="000000"/>
                </a:solidFill>
                <a:effectLst/>
                <a:uFillTx/>
                <a:latin typeface="Arial"/>
              </a:rPr>
              <a:t>unary-expression -= assignment-expression</a:t>
            </a:r>
            <a:br>
              <a:rPr sz="1000"/>
            </a:br>
            <a:r>
              <a:rPr b="1" lang="en-IN" sz="1000" strike="noStrike" u="none">
                <a:solidFill>
                  <a:srgbClr val="000000"/>
                </a:solidFill>
                <a:effectLst/>
                <a:uFillTx/>
                <a:latin typeface="Arial"/>
              </a:rPr>
              <a:t>unary-expression &lt;&lt;= assignment-expression</a:t>
            </a:r>
            <a:br>
              <a:rPr sz="1000"/>
            </a:br>
            <a:r>
              <a:rPr b="1" lang="en-IN" sz="1000" strike="noStrike" u="none">
                <a:solidFill>
                  <a:srgbClr val="000000"/>
                </a:solidFill>
                <a:effectLst/>
                <a:uFillTx/>
                <a:latin typeface="Arial"/>
              </a:rPr>
              <a:t>unary-expression &gt;&gt;= assignment-expression</a:t>
            </a:r>
            <a:br>
              <a:rPr sz="1000"/>
            </a:br>
            <a:r>
              <a:rPr b="1" lang="en-IN" sz="1000" strike="noStrike" u="none">
                <a:solidFill>
                  <a:srgbClr val="000000"/>
                </a:solidFill>
                <a:effectLst/>
                <a:uFillTx/>
                <a:latin typeface="Arial"/>
              </a:rPr>
              <a:t>unary-expression &amp;= assignment-expression</a:t>
            </a:r>
            <a:br>
              <a:rPr sz="1000"/>
            </a:br>
            <a:r>
              <a:rPr b="1" lang="en-IN" sz="1000" strike="noStrike" u="none">
                <a:solidFill>
                  <a:srgbClr val="000000"/>
                </a:solidFill>
                <a:effectLst/>
                <a:uFillTx/>
                <a:latin typeface="Arial"/>
              </a:rPr>
              <a:t>unary-expression ^= assignment-expression</a:t>
            </a:r>
            <a:br>
              <a:rPr sz="1000"/>
            </a:br>
            <a:r>
              <a:rPr b="1" lang="en-IN" sz="1000" strike="noStrike" u="none">
                <a:solidFill>
                  <a:srgbClr val="000000"/>
                </a:solidFill>
                <a:effectLst/>
                <a:uFillTx/>
                <a:latin typeface="Arial"/>
              </a:rPr>
              <a:t>unary-expression |= assignment-expression</a:t>
            </a:r>
            <a:br>
              <a:rPr sz="1000"/>
            </a:br>
            <a:br>
              <a:rPr sz="1000"/>
            </a:br>
            <a:br>
              <a:rPr sz="1000"/>
            </a:br>
            <a:br>
              <a:rPr sz="1000"/>
            </a:br>
            <a:br>
              <a:rPr sz="1000"/>
            </a:br>
            <a:br>
              <a:rPr sz="1000"/>
            </a:br>
            <a:r>
              <a:rPr b="1" lang="en-IN" sz="1000" strike="noStrike" u="none">
                <a:solidFill>
                  <a:srgbClr val="000000"/>
                </a:solidFill>
                <a:effectLst/>
                <a:uFillTx/>
                <a:latin typeface="Arial"/>
              </a:rPr>
              <a:t> </a:t>
            </a:r>
            <a:endParaRPr b="0" lang="en-IN" sz="1000" strike="noStrike" u="none">
              <a:solidFill>
                <a:srgbClr val="000000"/>
              </a:solidFill>
              <a:effectLst/>
              <a:uFillTx/>
              <a:latin typeface="Arial"/>
            </a:endParaRPr>
          </a:p>
          <a:p>
            <a:pPr marL="432000" indent="0">
              <a:lnSpc>
                <a:spcPct val="100000"/>
              </a:lnSpc>
              <a:spcBef>
                <a:spcPts val="1191"/>
              </a:spcBef>
              <a:spcAft>
                <a:spcPts val="992"/>
              </a:spcAft>
              <a:buNone/>
              <a:tabLst>
                <a:tab algn="l" pos="0"/>
              </a:tabLst>
            </a:pPr>
            <a:r>
              <a:rPr b="1" lang="en-IN" sz="700" strike="noStrike" u="none">
                <a:solidFill>
                  <a:srgbClr val="000000"/>
                </a:solidFill>
                <a:effectLst/>
                <a:uFillTx/>
                <a:latin typeface="Arial"/>
              </a:rPr>
              <a:t> </a:t>
            </a:r>
            <a:endParaRPr b="0" lang="en-IN" sz="7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A9515882-3786-4099-8F8E-E7D96A67BDB0}"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title"/>
          </p:nvPr>
        </p:nvSpPr>
        <p:spPr>
          <a:xfrm>
            <a:off x="360000" y="166680"/>
            <a:ext cx="9358200" cy="50328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 commonality</a:t>
            </a:r>
            <a:endParaRPr b="0" lang="en-IN" sz="3300" strike="noStrike" u="none">
              <a:solidFill>
                <a:srgbClr val="000000"/>
              </a:solidFill>
              <a:effectLst/>
              <a:uFillTx/>
              <a:latin typeface="Arial"/>
            </a:endParaRPr>
          </a:p>
        </p:txBody>
      </p:sp>
      <p:sp>
        <p:nvSpPr>
          <p:cNvPr id="62" name="PlaceHolder 2"/>
          <p:cNvSpPr>
            <a:spLocks noGrp="1"/>
          </p:cNvSpPr>
          <p:nvPr>
            <p:ph/>
          </p:nvPr>
        </p:nvSpPr>
        <p:spPr>
          <a:xfrm>
            <a:off x="360000" y="900000"/>
            <a:ext cx="9358200" cy="3958200"/>
          </a:xfrm>
          <a:prstGeom prst="rect">
            <a:avLst/>
          </a:prstGeom>
          <a:noFill/>
          <a:ln w="0">
            <a:noFill/>
          </a:ln>
        </p:spPr>
        <p:txBody>
          <a:bodyPr lIns="0" rIns="0" tIns="0" bIns="0" anchor="t">
            <a:noAutofit/>
          </a:bodyPr>
          <a:p>
            <a:pPr marL="432000" indent="-324000">
              <a:lnSpc>
                <a:spcPct val="100000"/>
              </a:lnSpc>
              <a:spcBef>
                <a:spcPts val="1191"/>
              </a:spcBef>
              <a:spcAft>
                <a:spcPts val="992"/>
              </a:spcAft>
              <a:buClr>
                <a:srgbClr val="77caee"/>
              </a:buClr>
              <a:buSzPct val="45000"/>
              <a:buFont typeface="Wingdings" charset="2"/>
              <a:buChar char=""/>
            </a:pPr>
            <a:r>
              <a:rPr b="0" lang="en-IN" sz="1000" strike="noStrike" u="none">
                <a:solidFill>
                  <a:srgbClr val="000000"/>
                </a:solidFill>
                <a:effectLst/>
                <a:uFillTx/>
                <a:latin typeface="Arial"/>
              </a:rPr>
              <a:t>now there is a problem with the assignment expression that it has chances to goto infinite loop or exceptional cases and it is heavy-computational </a:t>
            </a:r>
            <a:br>
              <a:rPr sz="1000"/>
            </a:br>
            <a:r>
              <a:rPr b="0" lang="en-IN" sz="1000" strike="noStrike" u="none">
                <a:solidFill>
                  <a:srgbClr val="000000"/>
                </a:solidFill>
                <a:effectLst/>
                <a:uFillTx/>
                <a:latin typeface="Arial"/>
              </a:rPr>
              <a:t>as it branches to 2 bottom node either to conditional-expression or unary-expression, hence in future shift-reduce conflict may occur due to this</a:t>
            </a:r>
            <a:br>
              <a:rPr sz="1000"/>
            </a:br>
            <a:br>
              <a:rPr sz="1000"/>
            </a:br>
            <a:r>
              <a:rPr b="0" lang="en-IN" sz="1000" strike="noStrike" u="none">
                <a:solidFill>
                  <a:srgbClr val="000000"/>
                </a:solidFill>
                <a:effectLst/>
                <a:uFillTx/>
                <a:latin typeface="Arial"/>
              </a:rPr>
              <a:t>Now, we need to reduce it to single bottom node which will make it more simple and more optimized so we </a:t>
            </a:r>
            <a:r>
              <a:rPr b="1" lang="en-IN" sz="1000" strike="noStrike" u="none">
                <a:solidFill>
                  <a:srgbClr val="000000"/>
                </a:solidFill>
                <a:effectLst/>
                <a:uFillTx/>
                <a:latin typeface="Arial"/>
              </a:rPr>
              <a:t>replace</a:t>
            </a:r>
            <a:r>
              <a:rPr b="0" lang="en-IN" sz="1000" strike="noStrike" u="none">
                <a:solidFill>
                  <a:srgbClr val="000000"/>
                </a:solidFill>
                <a:effectLst/>
                <a:uFillTx/>
                <a:latin typeface="Arial"/>
              </a:rPr>
              <a:t> </a:t>
            </a:r>
            <a:r>
              <a:rPr b="1" lang="en-IN" sz="1000" strike="noStrike" u="none">
                <a:solidFill>
                  <a:srgbClr val="000000"/>
                </a:solidFill>
                <a:effectLst/>
                <a:uFillTx/>
                <a:latin typeface="Arial"/>
              </a:rPr>
              <a:t>unary-expression with conditional-expression </a:t>
            </a:r>
            <a:br>
              <a:rPr sz="1000"/>
            </a:br>
            <a:r>
              <a:rPr b="1" lang="en-IN" sz="1000" strike="noStrike" u="none">
                <a:solidFill>
                  <a:srgbClr val="000000"/>
                </a:solidFill>
                <a:effectLst/>
                <a:uFillTx/>
                <a:latin typeface="Arial"/>
              </a:rPr>
              <a:t>unary-expression also supports only subset of the language whereas conditional-expression supports more wider grammer</a:t>
            </a:r>
            <a:br>
              <a:rPr sz="1000"/>
            </a:br>
            <a:br>
              <a:rPr sz="1000"/>
            </a:br>
            <a:r>
              <a:rPr b="1" lang="en-IN" sz="1000" strike="noStrike" u="none">
                <a:solidFill>
                  <a:srgbClr val="000000"/>
                </a:solidFill>
                <a:effectLst/>
                <a:uFillTx/>
                <a:latin typeface="Arial"/>
              </a:rPr>
              <a:t>assignment-expression: </a:t>
            </a:r>
            <a:br>
              <a:rPr sz="1000"/>
            </a:br>
            <a:r>
              <a:rPr b="1" lang="en-IN" sz="1000" strike="noStrike" u="none">
                <a:solidFill>
                  <a:srgbClr val="000000"/>
                </a:solidFill>
                <a:effectLst/>
                <a:uFillTx/>
                <a:latin typeface="Arial"/>
              </a:rPr>
              <a:t>conditional-expression </a:t>
            </a:r>
            <a:br>
              <a:rPr sz="1000"/>
            </a:br>
            <a:r>
              <a:rPr b="1" lang="en-IN" sz="1000" strike="noStrike" u="none">
                <a:solidFill>
                  <a:srgbClr val="000000"/>
                </a:solidFill>
                <a:effectLst/>
                <a:uFillTx/>
                <a:latin typeface="Arial"/>
              </a:rPr>
              <a:t>conditional-expression = assignment-expression </a:t>
            </a:r>
            <a:br>
              <a:rPr sz="1000"/>
            </a:br>
            <a:r>
              <a:rPr b="1" lang="en-IN" sz="1000" strike="noStrike" u="none">
                <a:solidFill>
                  <a:srgbClr val="000000"/>
                </a:solidFill>
                <a:effectLst/>
                <a:uFillTx/>
                <a:latin typeface="Arial"/>
              </a:rPr>
              <a:t>conditional-expression *= assignment-expression </a:t>
            </a:r>
            <a:br>
              <a:rPr sz="1000"/>
            </a:br>
            <a:r>
              <a:rPr b="1" lang="en-IN" sz="1000" strike="noStrike" u="none">
                <a:solidFill>
                  <a:srgbClr val="000000"/>
                </a:solidFill>
                <a:effectLst/>
                <a:uFillTx/>
                <a:latin typeface="Arial"/>
              </a:rPr>
              <a:t>conditional-expression /= assignment-expression </a:t>
            </a:r>
            <a:br>
              <a:rPr sz="1000"/>
            </a:br>
            <a:r>
              <a:rPr b="1" lang="en-IN" sz="1000" strike="noStrike" u="none">
                <a:solidFill>
                  <a:srgbClr val="000000"/>
                </a:solidFill>
                <a:effectLst/>
                <a:uFillTx/>
                <a:latin typeface="Arial"/>
              </a:rPr>
              <a:t>conditional-expression %= assignment-expression </a:t>
            </a:r>
            <a:br>
              <a:rPr sz="1000"/>
            </a:br>
            <a:r>
              <a:rPr b="1" lang="en-IN" sz="1000" strike="noStrike" u="none">
                <a:solidFill>
                  <a:srgbClr val="000000"/>
                </a:solidFill>
                <a:effectLst/>
                <a:uFillTx/>
                <a:latin typeface="Arial"/>
              </a:rPr>
              <a:t>conditional-expression += assignment-expression </a:t>
            </a:r>
            <a:br>
              <a:rPr sz="1000"/>
            </a:br>
            <a:r>
              <a:rPr b="1" lang="en-IN" sz="1000" strike="noStrike" u="none">
                <a:solidFill>
                  <a:srgbClr val="000000"/>
                </a:solidFill>
                <a:effectLst/>
                <a:uFillTx/>
                <a:latin typeface="Arial"/>
              </a:rPr>
              <a:t>conditional-expression -= assignment-expression </a:t>
            </a:r>
            <a:br>
              <a:rPr sz="1000"/>
            </a:br>
            <a:r>
              <a:rPr b="1" lang="en-IN" sz="1000" strike="noStrike" u="none">
                <a:solidFill>
                  <a:srgbClr val="000000"/>
                </a:solidFill>
                <a:effectLst/>
                <a:uFillTx/>
                <a:latin typeface="Arial"/>
              </a:rPr>
              <a:t>conditional-expression &lt;&lt;= assignment-expression </a:t>
            </a:r>
            <a:br>
              <a:rPr sz="1000"/>
            </a:br>
            <a:r>
              <a:rPr b="1" lang="en-IN" sz="1000" strike="noStrike" u="none">
                <a:solidFill>
                  <a:srgbClr val="000000"/>
                </a:solidFill>
                <a:effectLst/>
                <a:uFillTx/>
                <a:latin typeface="Arial"/>
              </a:rPr>
              <a:t>conditional-expression &gt;&gt;= assignment-expression </a:t>
            </a:r>
            <a:br>
              <a:rPr sz="1000"/>
            </a:br>
            <a:r>
              <a:rPr b="1" lang="en-IN" sz="1000" strike="noStrike" u="none">
                <a:solidFill>
                  <a:srgbClr val="000000"/>
                </a:solidFill>
                <a:effectLst/>
                <a:uFillTx/>
                <a:latin typeface="Arial"/>
              </a:rPr>
              <a:t>conditional-expression &amp;= assignment-expression </a:t>
            </a:r>
            <a:br>
              <a:rPr sz="1000"/>
            </a:br>
            <a:r>
              <a:rPr b="1" lang="en-IN" sz="1000" strike="noStrike" u="none">
                <a:solidFill>
                  <a:srgbClr val="000000"/>
                </a:solidFill>
                <a:effectLst/>
                <a:uFillTx/>
                <a:latin typeface="Arial"/>
              </a:rPr>
              <a:t>conditional-expression ^= assignment-expression </a:t>
            </a:r>
            <a:br>
              <a:rPr sz="1000"/>
            </a:br>
            <a:r>
              <a:rPr b="1" lang="en-IN" sz="1000" strike="noStrike" u="none">
                <a:solidFill>
                  <a:srgbClr val="000000"/>
                </a:solidFill>
                <a:effectLst/>
                <a:uFillTx/>
                <a:latin typeface="Arial"/>
              </a:rPr>
              <a:t>conditional-expression |= assignment-expression</a:t>
            </a:r>
            <a:br>
              <a:rPr sz="1000"/>
            </a:br>
            <a:br>
              <a:rPr sz="1000"/>
            </a:br>
            <a:r>
              <a:rPr b="0" lang="en-IN" sz="1000" strike="noStrike" u="none">
                <a:solidFill>
                  <a:srgbClr val="000000"/>
                </a:solidFill>
                <a:effectLst/>
                <a:uFillTx/>
                <a:latin typeface="Arial"/>
              </a:rPr>
              <a:t>Now we can theoretically rewrite to reduce it to single line </a:t>
            </a:r>
            <a:br>
              <a:rPr sz="1000"/>
            </a:br>
            <a:br>
              <a:rPr sz="1000"/>
            </a:br>
            <a:r>
              <a:rPr b="1" lang="en-IN" sz="1000" strike="noStrike" u="none">
                <a:solidFill>
                  <a:srgbClr val="000000"/>
                </a:solidFill>
                <a:effectLst/>
                <a:uFillTx/>
                <a:latin typeface="Arial"/>
              </a:rPr>
              <a:t>assignment-expression: </a:t>
            </a:r>
            <a:br>
              <a:rPr sz="1000"/>
            </a:br>
            <a:r>
              <a:rPr b="1" lang="en-IN" sz="1000" strike="noStrike" u="none">
                <a:solidFill>
                  <a:srgbClr val="000000"/>
                </a:solidFill>
                <a:effectLst/>
                <a:uFillTx/>
                <a:latin typeface="Arial"/>
              </a:rPr>
              <a:t>conditional-expression {  {any one of ‘=’, ‘*=’, ‘/=’, ‘%=’, ‘+=’, ‘-=’, ‘&lt;&lt;=’, ‘&gt;&gt;=’, ‘&amp;=’, ‘^=’, ‘|=’ }  assignment-expression  }</a:t>
            </a:r>
            <a:r>
              <a:rPr b="1" lang="en-IN" sz="800" strike="noStrike" u="none">
                <a:solidFill>
                  <a:srgbClr val="000000"/>
                </a:solidFill>
                <a:effectLst/>
                <a:uFillTx/>
                <a:latin typeface="Arial"/>
              </a:rPr>
              <a:t>opt</a:t>
            </a:r>
            <a:br>
              <a:rPr sz="800"/>
            </a:br>
            <a:br>
              <a:rPr sz="800"/>
            </a:br>
            <a:r>
              <a:rPr b="0" lang="en-IN" sz="1000" strike="noStrike" u="none">
                <a:solidFill>
                  <a:srgbClr val="000000"/>
                </a:solidFill>
                <a:effectLst/>
                <a:uFillTx/>
                <a:latin typeface="Arial"/>
              </a:rPr>
              <a:t>This rule is used in entire grammer repeatedly for other expressions</a:t>
            </a: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000C6601-5874-4936-B636-4526468FC087}" type="slidenum">
              <a:t>5</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PlaceHolder 1"/>
          <p:cNvSpPr>
            <a:spLocks noGrp="1"/>
          </p:cNvSpPr>
          <p:nvPr>
            <p:ph type="title"/>
          </p:nvPr>
        </p:nvSpPr>
        <p:spPr>
          <a:xfrm>
            <a:off x="360000" y="166680"/>
            <a:ext cx="9358200" cy="50328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-left recursion removal</a:t>
            </a:r>
            <a:endParaRPr b="0" lang="en-IN" sz="3300" strike="noStrike" u="none">
              <a:solidFill>
                <a:srgbClr val="000000"/>
              </a:solidFill>
              <a:effectLst/>
              <a:uFillTx/>
              <a:latin typeface="Arial"/>
            </a:endParaRPr>
          </a:p>
        </p:txBody>
      </p:sp>
      <p:sp>
        <p:nvSpPr>
          <p:cNvPr id="64" name="PlaceHolder 2"/>
          <p:cNvSpPr>
            <a:spLocks noGrp="1"/>
          </p:cNvSpPr>
          <p:nvPr>
            <p:ph/>
          </p:nvPr>
        </p:nvSpPr>
        <p:spPr>
          <a:xfrm>
            <a:off x="360000" y="900000"/>
            <a:ext cx="9358200" cy="3598200"/>
          </a:xfrm>
          <a:prstGeom prst="rect">
            <a:avLst/>
          </a:prstGeom>
          <a:noFill/>
          <a:ln w="0">
            <a:noFill/>
          </a:ln>
        </p:spPr>
        <p:txBody>
          <a:bodyPr lIns="0" rIns="0" tIns="0" bIns="0" anchor="t">
            <a:noAutofit/>
          </a:bodyPr>
          <a:p>
            <a:pPr marL="432000" indent="-324000">
              <a:lnSpc>
                <a:spcPct val="100000"/>
              </a:lnSpc>
              <a:spcBef>
                <a:spcPts val="1191"/>
              </a:spcBef>
              <a:spcAft>
                <a:spcPts val="992"/>
              </a:spcAft>
              <a:buClr>
                <a:srgbClr val="77caee"/>
              </a:buClr>
              <a:buSzPct val="45000"/>
              <a:buFont typeface="Wingdings" charset="2"/>
              <a:buChar char=""/>
            </a:pPr>
            <a:r>
              <a:rPr b="0" lang="en-IN" sz="1000" strike="noStrike" u="none">
                <a:solidFill>
                  <a:srgbClr val="000000"/>
                </a:solidFill>
                <a:effectLst/>
                <a:uFillTx/>
                <a:latin typeface="Arial"/>
                <a:ea typeface="Microsoft YaHei"/>
              </a:rPr>
              <a:t>This is the original grammar given in K&amp;R book for logical OR</a:t>
            </a:r>
            <a:br>
              <a:rPr sz="1000"/>
            </a:br>
            <a:br>
              <a:rPr sz="1000"/>
            </a:br>
            <a:r>
              <a:rPr b="0" lang="en-IN" sz="1000" strike="noStrike" u="none">
                <a:solidFill>
                  <a:srgbClr val="000000"/>
                </a:solidFill>
                <a:effectLst/>
                <a:uFillTx/>
                <a:latin typeface="Arial"/>
                <a:ea typeface="Microsoft YaHei"/>
              </a:rPr>
              <a:t>logical-OR-expression:</a:t>
            </a:r>
            <a:br>
              <a:rPr sz="1000"/>
            </a:br>
            <a:r>
              <a:rPr b="0" lang="en-IN" sz="1000" strike="noStrike" u="none">
                <a:solidFill>
                  <a:srgbClr val="000000"/>
                </a:solidFill>
                <a:effectLst/>
                <a:uFillTx/>
                <a:latin typeface="Arial"/>
                <a:ea typeface="Microsoft YaHei"/>
              </a:rPr>
              <a:t>logical-AND-expression</a:t>
            </a:r>
            <a:br>
              <a:rPr sz="1000"/>
            </a:br>
            <a:r>
              <a:rPr b="0" lang="en-IN" sz="1000" strike="noStrike" u="none">
                <a:solidFill>
                  <a:srgbClr val="000000"/>
                </a:solidFill>
                <a:effectLst/>
                <a:uFillTx/>
                <a:latin typeface="Arial"/>
                <a:ea typeface="Microsoft YaHei"/>
              </a:rPr>
              <a:t>logical-OR-expression || logical-AND-expression </a:t>
            </a:r>
            <a:br>
              <a:rPr sz="1000"/>
            </a:br>
            <a:br>
              <a:rPr sz="1000"/>
            </a:br>
            <a:r>
              <a:rPr b="0" lang="en-IN" sz="1000" strike="noStrike" u="none">
                <a:solidFill>
                  <a:srgbClr val="000000"/>
                </a:solidFill>
                <a:effectLst/>
                <a:uFillTx/>
                <a:latin typeface="Arial"/>
                <a:ea typeface="Microsoft YaHei"/>
              </a:rPr>
              <a:t>Issue here can be clearly seen is that this grammar will goto infinite loop when implemented as logical-OR-expression will call itself logical-OR-expression in the first line of code so it will go into infinite loop</a:t>
            </a:r>
            <a:br>
              <a:rPr sz="1000"/>
            </a:br>
            <a:br>
              <a:rPr sz="1000"/>
            </a:br>
            <a:r>
              <a:rPr b="1" lang="en-IN" sz="1000" strike="noStrike" u="none">
                <a:solidFill>
                  <a:srgbClr val="000000"/>
                </a:solidFill>
                <a:effectLst/>
                <a:uFillTx/>
                <a:latin typeface="Arial"/>
                <a:ea typeface="Microsoft YaHei"/>
              </a:rPr>
              <a:t>logical-OR-expression || logical-AND-expression</a:t>
            </a:r>
            <a:r>
              <a:rPr b="0" lang="en-IN" sz="1000" strike="noStrike" u="none">
                <a:solidFill>
                  <a:srgbClr val="000000"/>
                </a:solidFill>
                <a:effectLst/>
                <a:uFillTx/>
                <a:latin typeface="Arial"/>
                <a:ea typeface="Microsoft YaHei"/>
              </a:rPr>
              <a:t>   , now we will swap/change it to </a:t>
            </a:r>
            <a:r>
              <a:rPr b="1" lang="en-IN" sz="1000" strike="noStrike" u="none">
                <a:solidFill>
                  <a:srgbClr val="000000"/>
                </a:solidFill>
                <a:effectLst/>
                <a:uFillTx/>
                <a:latin typeface="Arial"/>
                <a:ea typeface="Microsoft YaHei"/>
              </a:rPr>
              <a:t>logical-AND-expression ||  logical-OR-expression</a:t>
            </a:r>
            <a:br>
              <a:rPr sz="1000"/>
            </a:br>
            <a:br>
              <a:rPr sz="1000"/>
            </a:br>
            <a:r>
              <a:rPr b="0" lang="en-IN" sz="1000" strike="noStrike" u="none">
                <a:solidFill>
                  <a:srgbClr val="000000"/>
                </a:solidFill>
                <a:effectLst/>
                <a:uFillTx/>
                <a:latin typeface="Arial"/>
                <a:ea typeface="Microsoft YaHei"/>
              </a:rPr>
              <a:t>now logical-AND-expression becomes the common bottom next node and logical-OR-expression will call itself when it will encounter ‘||’ string or else it will terminate, so termination condition will occur for this recursion but still code will execute the bottom node </a:t>
            </a:r>
            <a:r>
              <a:rPr b="1" lang="en-IN" sz="1000" strike="noStrike" u="none">
                <a:solidFill>
                  <a:srgbClr val="000000"/>
                </a:solidFill>
                <a:effectLst/>
                <a:uFillTx/>
                <a:latin typeface="Arial"/>
                <a:ea typeface="Microsoft YaHei"/>
              </a:rPr>
              <a:t>logical-AND-expression.</a:t>
            </a:r>
            <a:br>
              <a:rPr sz="1000"/>
            </a:br>
            <a:r>
              <a:rPr b="1" lang="en-IN" sz="1000" strike="noStrike" u="none">
                <a:solidFill>
                  <a:srgbClr val="000000"/>
                </a:solidFill>
                <a:effectLst/>
                <a:uFillTx/>
                <a:latin typeface="Arial"/>
                <a:ea typeface="Microsoft YaHei"/>
              </a:rPr>
              <a:t>There is another reason why logical-OR-expression called as a tail-recursion instead of logical-AND-expression</a:t>
            </a:r>
            <a:r>
              <a:rPr b="0" lang="en-IN" sz="1000" strike="noStrike" u="none">
                <a:solidFill>
                  <a:srgbClr val="000000"/>
                </a:solidFill>
                <a:effectLst/>
                <a:uFillTx/>
                <a:latin typeface="Arial"/>
                <a:ea typeface="Microsoft YaHei"/>
              </a:rPr>
              <a:t> because if multiple sequential ‘||’ operator comes in an expression then it will fail in that scenario i.e. </a:t>
            </a:r>
            <a:r>
              <a:rPr b="1" lang="en-IN" sz="1000" strike="noStrike" u="none">
                <a:solidFill>
                  <a:srgbClr val="000000"/>
                </a:solidFill>
                <a:effectLst/>
                <a:uFillTx/>
                <a:latin typeface="Arial"/>
                <a:ea typeface="Microsoft YaHei"/>
              </a:rPr>
              <a:t>l = x || y || z || f;</a:t>
            </a:r>
            <a:r>
              <a:rPr b="0" lang="en-IN" sz="1000" strike="noStrike" u="none">
                <a:solidFill>
                  <a:srgbClr val="000000"/>
                </a:solidFill>
                <a:effectLst/>
                <a:uFillTx/>
                <a:latin typeface="Arial"/>
                <a:ea typeface="Microsoft YaHei"/>
              </a:rPr>
              <a:t> , only one ‘||’ operator can be handled so x || y will be procesed rest part || z || f; will halt the parser</a:t>
            </a:r>
            <a:br>
              <a:rPr sz="1000"/>
            </a:br>
            <a:br>
              <a:rPr sz="1000"/>
            </a:br>
            <a:r>
              <a:rPr b="0" lang="en-IN" sz="1000" strike="noStrike" u="none">
                <a:solidFill>
                  <a:srgbClr val="000000"/>
                </a:solidFill>
                <a:effectLst/>
                <a:uFillTx/>
                <a:latin typeface="Arial"/>
                <a:ea typeface="Microsoft YaHei"/>
              </a:rPr>
              <a:t>the same above logic will be applied for all the nodes i.e, </a:t>
            </a:r>
            <a:r>
              <a:rPr b="1" lang="en-IN" sz="1000" strike="noStrike" u="none">
                <a:solidFill>
                  <a:srgbClr val="000000"/>
                </a:solidFill>
                <a:effectLst/>
                <a:uFillTx/>
                <a:latin typeface="Arial"/>
                <a:ea typeface="Microsoft YaHei"/>
              </a:rPr>
              <a:t> inclusive-OR-expression,  relational-expression  etc.. </a:t>
            </a:r>
            <a:br>
              <a:rPr sz="1000"/>
            </a:br>
            <a:br>
              <a:rPr sz="1000"/>
            </a:br>
            <a:r>
              <a:rPr b="0" lang="en-IN" sz="1000" strike="noStrike" u="none">
                <a:solidFill>
                  <a:srgbClr val="000000"/>
                </a:solidFill>
                <a:effectLst/>
                <a:uFillTx/>
                <a:latin typeface="Arial"/>
                <a:ea typeface="Microsoft YaHei"/>
              </a:rPr>
              <a:t>Psuedo-code for</a:t>
            </a:r>
            <a:r>
              <a:rPr b="1" lang="en-IN" sz="1000" strike="noStrike" u="none">
                <a:solidFill>
                  <a:srgbClr val="000000"/>
                </a:solidFill>
                <a:effectLst/>
                <a:uFillTx/>
                <a:latin typeface="Arial"/>
                <a:ea typeface="Microsoft YaHei"/>
              </a:rPr>
              <a:t> </a:t>
            </a:r>
            <a:r>
              <a:rPr b="0" lang="en-IN" sz="1000" strike="noStrike" u="none">
                <a:solidFill>
                  <a:srgbClr val="000000"/>
                </a:solidFill>
                <a:effectLst/>
                <a:uFillTx/>
                <a:latin typeface="Arial"/>
                <a:ea typeface="Microsoft YaHei"/>
              </a:rPr>
              <a:t>logical-OR-expression</a:t>
            </a:r>
            <a:br>
              <a:rPr sz="1000"/>
            </a:br>
            <a:br>
              <a:rPr sz="1000"/>
            </a:br>
            <a:r>
              <a:rPr b="1" lang="en-IN" sz="1000" strike="noStrike" u="none">
                <a:solidFill>
                  <a:srgbClr val="000000"/>
                </a:solidFill>
                <a:effectLst/>
                <a:uFillTx/>
                <a:latin typeface="Arial"/>
                <a:ea typeface="Microsoft YaHei"/>
              </a:rPr>
              <a:t> </a:t>
            </a:r>
            <a:r>
              <a:rPr b="0" lang="en-IN" sz="1000" strike="noStrike" u="none">
                <a:solidFill>
                  <a:srgbClr val="000000"/>
                </a:solidFill>
                <a:effectLst/>
                <a:uFillTx/>
                <a:latin typeface="Arial"/>
                <a:ea typeface="Microsoft YaHei"/>
              </a:rPr>
              <a:t>logical-OR-expression() // without left recursion</a:t>
            </a:r>
            <a:br>
              <a:rPr sz="1000"/>
            </a:br>
            <a:r>
              <a:rPr b="0" lang="en-IN" sz="1000" strike="noStrike" u="none">
                <a:solidFill>
                  <a:srgbClr val="000000"/>
                </a:solidFill>
                <a:effectLst/>
                <a:uFillTx/>
                <a:latin typeface="Arial"/>
                <a:ea typeface="Microsoft YaHei"/>
              </a:rPr>
              <a:t>{</a:t>
            </a:r>
            <a:br>
              <a:rPr sz="1000"/>
            </a:br>
            <a:r>
              <a:rPr b="0" lang="en-IN" sz="1000" strike="noStrike" u="none">
                <a:solidFill>
                  <a:srgbClr val="000000"/>
                </a:solidFill>
                <a:effectLst/>
                <a:uFillTx/>
                <a:latin typeface="Arial"/>
                <a:ea typeface="Microsoft YaHei"/>
              </a:rPr>
              <a:t>   logical-AND-expression();</a:t>
            </a:r>
            <a:br>
              <a:rPr sz="1000"/>
            </a:br>
            <a:r>
              <a:rPr b="0" lang="en-IN" sz="1000" strike="noStrike" u="none">
                <a:solidFill>
                  <a:srgbClr val="000000"/>
                </a:solidFill>
                <a:effectLst/>
                <a:uFillTx/>
                <a:latin typeface="Arial"/>
                <a:ea typeface="Microsoft YaHei"/>
              </a:rPr>
              <a:t>   if(currentToken() == ‘||’)</a:t>
            </a:r>
            <a:br>
              <a:rPr sz="1000"/>
            </a:br>
            <a:r>
              <a:rPr b="0" lang="en-IN" sz="1000" strike="noStrike" u="none">
                <a:solidFill>
                  <a:srgbClr val="000000"/>
                </a:solidFill>
                <a:effectLst/>
                <a:uFillTx/>
                <a:latin typeface="Arial"/>
                <a:ea typeface="Microsoft YaHei"/>
              </a:rPr>
              <a:t>    </a:t>
            </a:r>
            <a:r>
              <a:rPr b="1" lang="en-IN" sz="1000" strike="noStrike" u="none">
                <a:solidFill>
                  <a:srgbClr val="000000"/>
                </a:solidFill>
                <a:effectLst/>
                <a:uFillTx/>
                <a:latin typeface="Arial"/>
                <a:ea typeface="Microsoft YaHei"/>
              </a:rPr>
              <a:t> </a:t>
            </a:r>
            <a:r>
              <a:rPr b="0" lang="en-IN" sz="1000" strike="noStrike" u="none">
                <a:solidFill>
                  <a:srgbClr val="000000"/>
                </a:solidFill>
                <a:effectLst/>
                <a:uFillTx/>
                <a:latin typeface="Arial"/>
                <a:ea typeface="Microsoft YaHei"/>
              </a:rPr>
              <a:t>logical-OR-expression(); </a:t>
            </a:r>
            <a:br>
              <a:rPr sz="1000"/>
            </a:br>
            <a:r>
              <a:rPr b="0" lang="en-IN" sz="1000" strike="noStrike" u="none">
                <a:solidFill>
                  <a:srgbClr val="000000"/>
                </a:solidFill>
                <a:effectLst/>
                <a:uFillTx/>
                <a:latin typeface="Arial"/>
                <a:ea typeface="Microsoft YaHei"/>
              </a:rPr>
              <a:t>     </a:t>
            </a:r>
            <a:br>
              <a:rPr sz="1000"/>
            </a:br>
            <a:r>
              <a:rPr b="0" lang="en-IN" sz="1000" strike="noStrike" u="none">
                <a:solidFill>
                  <a:srgbClr val="000000"/>
                </a:solidFill>
                <a:effectLst/>
                <a:uFillTx/>
                <a:latin typeface="Arial"/>
                <a:ea typeface="Microsoft YaHei"/>
              </a:rPr>
              <a:t>}</a:t>
            </a:r>
            <a:br>
              <a:rPr sz="1000"/>
            </a:br>
            <a:br>
              <a:rPr sz="1000"/>
            </a:br>
            <a:br>
              <a:rPr sz="1000"/>
            </a:br>
            <a:r>
              <a:rPr b="1" lang="en-IN" sz="1000" strike="noStrike" u="none">
                <a:solidFill>
                  <a:srgbClr val="000000"/>
                </a:solidFill>
                <a:effectLst/>
                <a:uFillTx/>
                <a:latin typeface="Arial"/>
                <a:ea typeface="Microsoft YaHei"/>
              </a:rPr>
              <a:t> </a:t>
            </a:r>
            <a:br>
              <a:rPr sz="1000"/>
            </a:br>
            <a:br>
              <a:rPr sz="1000"/>
            </a:br>
            <a:r>
              <a:rPr b="0" lang="en-IN" sz="1000" strike="noStrike" u="none">
                <a:solidFill>
                  <a:srgbClr val="000000"/>
                </a:solidFill>
                <a:effectLst/>
                <a:uFillTx/>
                <a:latin typeface="Arial"/>
                <a:ea typeface="Microsoft YaHei"/>
              </a:rPr>
              <a:t> </a:t>
            </a: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0830A089-E2C1-4DBE-8FA9-988EC1094480}"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 name="PlaceHolder 1"/>
          <p:cNvSpPr>
            <a:spLocks noGrp="1"/>
          </p:cNvSpPr>
          <p:nvPr>
            <p:ph type="title"/>
          </p:nvPr>
        </p:nvSpPr>
        <p:spPr>
          <a:xfrm>
            <a:off x="360000" y="166680"/>
            <a:ext cx="9358200" cy="50328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left recursion removal</a:t>
            </a:r>
            <a:endParaRPr b="0" lang="en-IN" sz="3300" strike="noStrike" u="none">
              <a:solidFill>
                <a:srgbClr val="000000"/>
              </a:solidFill>
              <a:effectLst/>
              <a:uFillTx/>
              <a:latin typeface="Arial"/>
            </a:endParaRPr>
          </a:p>
        </p:txBody>
      </p:sp>
      <p:sp>
        <p:nvSpPr>
          <p:cNvPr id="66" name="PlaceHolder 2"/>
          <p:cNvSpPr>
            <a:spLocks noGrp="1"/>
          </p:cNvSpPr>
          <p:nvPr>
            <p:ph/>
          </p:nvPr>
        </p:nvSpPr>
        <p:spPr>
          <a:xfrm>
            <a:off x="360360" y="720360"/>
            <a:ext cx="9358200" cy="4138200"/>
          </a:xfrm>
          <a:prstGeom prst="rect">
            <a:avLst/>
          </a:prstGeom>
          <a:noFill/>
          <a:ln w="0">
            <a:noFill/>
          </a:ln>
        </p:spPr>
        <p:txBody>
          <a:bodyPr lIns="0" rIns="0" tIns="0" bIns="0" anchor="t">
            <a:noAutofit/>
          </a:bodyPr>
          <a:p>
            <a:pPr marL="432000" indent="-324000">
              <a:lnSpc>
                <a:spcPct val="100000"/>
              </a:lnSpc>
              <a:spcBef>
                <a:spcPts val="1191"/>
              </a:spcBef>
              <a:spcAft>
                <a:spcPts val="992"/>
              </a:spcAft>
              <a:buClr>
                <a:srgbClr val="77caee"/>
              </a:buClr>
              <a:buSzPct val="45000"/>
              <a:buFont typeface="Wingdings" charset="2"/>
              <a:buChar char=""/>
            </a:pPr>
            <a:r>
              <a:rPr b="0" lang="en-IN" sz="1000" strike="noStrike" u="none">
                <a:solidFill>
                  <a:srgbClr val="000000"/>
                </a:solidFill>
                <a:effectLst/>
                <a:uFillTx/>
                <a:latin typeface="Arial"/>
              </a:rPr>
              <a:t>the same above logic will be applied to complex cases</a:t>
            </a:r>
            <a:br>
              <a:rPr sz="1000"/>
            </a:br>
            <a:br>
              <a:rPr sz="1000"/>
            </a:br>
            <a:r>
              <a:rPr b="0" lang="en-IN" sz="1000" strike="noStrike" u="none">
                <a:solidFill>
                  <a:srgbClr val="000000"/>
                </a:solidFill>
                <a:effectLst/>
                <a:uFillTx/>
                <a:latin typeface="Arial"/>
              </a:rPr>
              <a:t>relational-expression:</a:t>
            </a:r>
            <a:br>
              <a:rPr sz="1000"/>
            </a:br>
            <a:r>
              <a:rPr b="0" lang="en-IN" sz="1000" strike="noStrike" u="none">
                <a:solidFill>
                  <a:srgbClr val="000000"/>
                </a:solidFill>
                <a:effectLst/>
                <a:uFillTx/>
                <a:latin typeface="Arial"/>
              </a:rPr>
              <a:t>shift-expression</a:t>
            </a:r>
            <a:br>
              <a:rPr sz="1000"/>
            </a:br>
            <a:r>
              <a:rPr b="0" lang="en-IN" sz="1000" strike="noStrike" u="none">
                <a:solidFill>
                  <a:srgbClr val="000000"/>
                </a:solidFill>
                <a:effectLst/>
                <a:uFillTx/>
                <a:latin typeface="Arial"/>
              </a:rPr>
              <a:t>relational-expression &lt; shift-expression</a:t>
            </a:r>
            <a:br>
              <a:rPr sz="1000"/>
            </a:br>
            <a:r>
              <a:rPr b="0" lang="en-IN" sz="1000" strike="noStrike" u="none">
                <a:solidFill>
                  <a:srgbClr val="000000"/>
                </a:solidFill>
                <a:effectLst/>
                <a:uFillTx/>
                <a:latin typeface="Arial"/>
              </a:rPr>
              <a:t>relational-expression &gt; shift-expression</a:t>
            </a:r>
            <a:br>
              <a:rPr sz="1000"/>
            </a:br>
            <a:r>
              <a:rPr b="0" lang="en-IN" sz="1000" strike="noStrike" u="none">
                <a:solidFill>
                  <a:srgbClr val="000000"/>
                </a:solidFill>
                <a:effectLst/>
                <a:uFillTx/>
                <a:latin typeface="Arial"/>
              </a:rPr>
              <a:t>relational-expression &lt;= shift-expression</a:t>
            </a:r>
            <a:br>
              <a:rPr sz="1000"/>
            </a:br>
            <a:r>
              <a:rPr b="0" lang="en-IN" sz="1000" strike="noStrike" u="none">
                <a:solidFill>
                  <a:srgbClr val="000000"/>
                </a:solidFill>
                <a:effectLst/>
                <a:uFillTx/>
                <a:latin typeface="Arial"/>
              </a:rPr>
              <a:t>relational-expression &gt;= shift-expression </a:t>
            </a:r>
            <a:br>
              <a:rPr sz="1000"/>
            </a:br>
            <a:br>
              <a:rPr sz="1000"/>
            </a:br>
            <a:r>
              <a:rPr b="0" lang="en-IN" sz="1000" strike="noStrike" u="none">
                <a:solidFill>
                  <a:srgbClr val="000000"/>
                </a:solidFill>
                <a:effectLst/>
                <a:uFillTx/>
                <a:latin typeface="Arial"/>
              </a:rPr>
              <a:t>now modified grammer will be:-</a:t>
            </a:r>
            <a:br>
              <a:rPr sz="1000"/>
            </a:br>
            <a:br>
              <a:rPr sz="1000"/>
            </a:br>
            <a:r>
              <a:rPr b="0" lang="en-IN" sz="1000" strike="noStrike" u="none">
                <a:solidFill>
                  <a:srgbClr val="000000"/>
                </a:solidFill>
                <a:effectLst/>
                <a:uFillTx/>
                <a:latin typeface="Arial"/>
              </a:rPr>
              <a:t>relational-expression: </a:t>
            </a:r>
            <a:br>
              <a:rPr sz="1000"/>
            </a:br>
            <a:r>
              <a:rPr b="0" lang="en-IN" sz="1000" strike="noStrike" u="none">
                <a:solidFill>
                  <a:srgbClr val="000000"/>
                </a:solidFill>
                <a:effectLst/>
                <a:uFillTx/>
                <a:latin typeface="Arial"/>
              </a:rPr>
              <a:t>shift-expression </a:t>
            </a:r>
            <a:br>
              <a:rPr sz="1000"/>
            </a:br>
            <a:r>
              <a:rPr b="0" lang="en-IN" sz="1000" strike="noStrike" u="none">
                <a:solidFill>
                  <a:srgbClr val="000000"/>
                </a:solidFill>
                <a:effectLst/>
                <a:uFillTx/>
                <a:latin typeface="Arial"/>
              </a:rPr>
              <a:t>shift-expression &lt; relational-expression </a:t>
            </a:r>
            <a:br>
              <a:rPr sz="1000"/>
            </a:br>
            <a:r>
              <a:rPr b="0" lang="en-IN" sz="1000" strike="noStrike" u="none">
                <a:solidFill>
                  <a:srgbClr val="000000"/>
                </a:solidFill>
                <a:effectLst/>
                <a:uFillTx/>
                <a:latin typeface="Arial"/>
              </a:rPr>
              <a:t>shift-expression &gt; relational-expression </a:t>
            </a:r>
            <a:br>
              <a:rPr sz="1000"/>
            </a:br>
            <a:r>
              <a:rPr b="0" lang="en-IN" sz="1000" strike="noStrike" u="none">
                <a:solidFill>
                  <a:srgbClr val="000000"/>
                </a:solidFill>
                <a:effectLst/>
                <a:uFillTx/>
                <a:latin typeface="Arial"/>
              </a:rPr>
              <a:t>shift-expression &lt;= relational-expression </a:t>
            </a:r>
            <a:br>
              <a:rPr sz="1000"/>
            </a:br>
            <a:r>
              <a:rPr b="0" lang="en-IN" sz="1000" strike="noStrike" u="none">
                <a:solidFill>
                  <a:srgbClr val="000000"/>
                </a:solidFill>
                <a:effectLst/>
                <a:uFillTx/>
                <a:latin typeface="Arial"/>
              </a:rPr>
              <a:t>shift-expression &gt;= relational-expression</a:t>
            </a:r>
            <a:br>
              <a:rPr sz="1000"/>
            </a:br>
            <a:br>
              <a:rPr sz="1000"/>
            </a:br>
            <a:r>
              <a:rPr b="0" lang="en-IN" sz="1000" strike="noStrike" u="none">
                <a:solidFill>
                  <a:srgbClr val="000000"/>
                </a:solidFill>
                <a:effectLst/>
                <a:uFillTx/>
                <a:latin typeface="Arial"/>
              </a:rPr>
              <a:t>pseudo-code will be as below:-</a:t>
            </a:r>
            <a:br>
              <a:rPr sz="1000"/>
            </a:br>
            <a:br>
              <a:rPr sz="1000"/>
            </a:br>
            <a:r>
              <a:rPr b="0" lang="en-IN" sz="1000" strike="noStrike" u="none">
                <a:solidFill>
                  <a:srgbClr val="000000"/>
                </a:solidFill>
                <a:effectLst/>
                <a:uFillTx/>
                <a:latin typeface="Arial"/>
              </a:rPr>
              <a:t>relational-expression()</a:t>
            </a:r>
            <a:br>
              <a:rPr sz="1000"/>
            </a:br>
            <a:r>
              <a:rPr b="0" lang="en-IN" sz="1000" strike="noStrike" u="none">
                <a:solidFill>
                  <a:srgbClr val="000000"/>
                </a:solidFill>
                <a:effectLst/>
                <a:uFillTx/>
                <a:latin typeface="Arial"/>
              </a:rPr>
              <a:t>{</a:t>
            </a:r>
            <a:br>
              <a:rPr sz="1000"/>
            </a:br>
            <a:r>
              <a:rPr b="0" lang="en-IN" sz="1000" strike="noStrike" u="none">
                <a:solidFill>
                  <a:srgbClr val="000000"/>
                </a:solidFill>
                <a:effectLst/>
                <a:uFillTx/>
                <a:latin typeface="Arial"/>
              </a:rPr>
              <a:t>   shift-expression();</a:t>
            </a:r>
            <a:br>
              <a:rPr sz="1000"/>
            </a:br>
            <a:r>
              <a:rPr b="0" lang="en-IN" sz="1000" strike="noStrike" u="none">
                <a:solidFill>
                  <a:srgbClr val="000000"/>
                </a:solidFill>
                <a:effectLst/>
                <a:uFillTx/>
                <a:latin typeface="Arial"/>
              </a:rPr>
              <a:t>  if(currentToken() == ‘&gt;’ ||</a:t>
            </a:r>
            <a:br>
              <a:rPr sz="1000"/>
            </a:br>
            <a:r>
              <a:rPr b="0" lang="en-IN" sz="1000" strike="noStrike" u="none">
                <a:solidFill>
                  <a:srgbClr val="000000"/>
                </a:solidFill>
                <a:effectLst/>
                <a:uFillTx/>
                <a:latin typeface="Arial"/>
              </a:rPr>
              <a:t>     currentToken() == ‘&lt;’ ||</a:t>
            </a:r>
            <a:br>
              <a:rPr sz="1000"/>
            </a:br>
            <a:r>
              <a:rPr b="0" lang="en-IN" sz="1000" strike="noStrike" u="none">
                <a:solidFill>
                  <a:srgbClr val="000000"/>
                </a:solidFill>
                <a:effectLst/>
                <a:uFillTx/>
                <a:latin typeface="Arial"/>
              </a:rPr>
              <a:t>     currentToken() == ‘&lt;=’ ||</a:t>
            </a:r>
            <a:br>
              <a:rPr sz="1000"/>
            </a:br>
            <a:r>
              <a:rPr b="0" lang="en-IN" sz="1000" strike="noStrike" u="none">
                <a:solidFill>
                  <a:srgbClr val="000000"/>
                </a:solidFill>
                <a:effectLst/>
                <a:uFillTx/>
                <a:latin typeface="Arial"/>
              </a:rPr>
              <a:t>     currentToken() == ‘&gt;=’)</a:t>
            </a:r>
            <a:br>
              <a:rPr sz="1000"/>
            </a:br>
            <a:r>
              <a:rPr b="0" lang="en-IN" sz="1000" strike="noStrike" u="none">
                <a:solidFill>
                  <a:srgbClr val="000000"/>
                </a:solidFill>
                <a:effectLst/>
                <a:uFillTx/>
                <a:latin typeface="Arial"/>
              </a:rPr>
              <a:t>          relational-expression(); </a:t>
            </a:r>
            <a:br>
              <a:rPr sz="1000"/>
            </a:br>
            <a:r>
              <a:rPr b="0" lang="en-IN" sz="1000" strike="noStrike" u="none">
                <a:solidFill>
                  <a:srgbClr val="000000"/>
                </a:solidFill>
                <a:effectLst/>
                <a:uFillTx/>
                <a:latin typeface="Arial"/>
              </a:rPr>
              <a:t>}</a:t>
            </a:r>
            <a:br>
              <a:rPr sz="1000"/>
            </a:br>
            <a:r>
              <a:rPr b="0" lang="en-IN" sz="1000" strike="noStrike" u="none">
                <a:solidFill>
                  <a:srgbClr val="000000"/>
                </a:solidFill>
                <a:effectLst/>
                <a:uFillTx/>
                <a:latin typeface="Arial"/>
              </a:rPr>
              <a:t> </a:t>
            </a: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4DB8F8FD-886E-415B-A1DF-B989CE4778D3}"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title"/>
          </p:nvPr>
        </p:nvSpPr>
        <p:spPr>
          <a:xfrm>
            <a:off x="360000" y="166680"/>
            <a:ext cx="9358200" cy="50328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merging/cyclic reference</a:t>
            </a:r>
            <a:endParaRPr b="0" lang="en-IN" sz="3300" strike="noStrike" u="none">
              <a:solidFill>
                <a:srgbClr val="000000"/>
              </a:solidFill>
              <a:effectLst/>
              <a:uFillTx/>
              <a:latin typeface="Arial"/>
            </a:endParaRPr>
          </a:p>
        </p:txBody>
      </p:sp>
      <p:sp>
        <p:nvSpPr>
          <p:cNvPr id="68" name="PlaceHolder 2"/>
          <p:cNvSpPr>
            <a:spLocks noGrp="1"/>
          </p:cNvSpPr>
          <p:nvPr>
            <p:ph/>
          </p:nvPr>
        </p:nvSpPr>
        <p:spPr>
          <a:xfrm>
            <a:off x="360000" y="900000"/>
            <a:ext cx="9358200" cy="3958200"/>
          </a:xfrm>
          <a:prstGeom prst="rect">
            <a:avLst/>
          </a:prstGeom>
          <a:noFill/>
          <a:ln w="0">
            <a:noFill/>
          </a:ln>
        </p:spPr>
        <p:txBody>
          <a:bodyPr lIns="0" rIns="0" tIns="0" bIns="0" anchor="t">
            <a:noAutofit/>
          </a:bodyPr>
          <a:p>
            <a:pPr marL="720000" indent="0">
              <a:lnSpc>
                <a:spcPct val="100000"/>
              </a:lnSpc>
              <a:spcBef>
                <a:spcPts val="1191"/>
              </a:spcBef>
              <a:spcAft>
                <a:spcPts val="992"/>
              </a:spcAft>
              <a:buNone/>
              <a:tabLst>
                <a:tab algn="l" pos="0"/>
              </a:tabLst>
            </a:pPr>
            <a:r>
              <a:rPr b="0" lang="en-IN" sz="1000" strike="noStrike" u="none">
                <a:solidFill>
                  <a:srgbClr val="000000"/>
                </a:solidFill>
                <a:effectLst/>
                <a:uFillTx/>
                <a:latin typeface="Arial"/>
              </a:rPr>
              <a:t>For the given below grammar we can observe that cast-expression is common among these grammar, </a:t>
            </a:r>
            <a:br>
              <a:rPr sz="1000"/>
            </a:br>
            <a:r>
              <a:rPr b="0" lang="en-IN" sz="1000" strike="noStrike" u="none">
                <a:solidFill>
                  <a:srgbClr val="000000"/>
                </a:solidFill>
                <a:effectLst/>
                <a:uFillTx/>
                <a:latin typeface="Arial"/>
              </a:rPr>
              <a:t>the problem is that unary-expression calls cast-expression and cast-expression calls unary-expression due to which there will be an cycle, </a:t>
            </a:r>
            <a:br>
              <a:rPr sz="1000"/>
            </a:br>
            <a:r>
              <a:rPr b="0" lang="en-IN" sz="1000" strike="noStrike" u="none">
                <a:solidFill>
                  <a:srgbClr val="000000"/>
                </a:solidFill>
                <a:effectLst/>
                <a:uFillTx/>
                <a:latin typeface="Arial"/>
              </a:rPr>
              <a:t>this cycle can cause infinite loop, for solving this problem we will do</a:t>
            </a:r>
            <a:r>
              <a:rPr b="1" lang="en-IN" sz="1000" strike="noStrike" u="none">
                <a:solidFill>
                  <a:srgbClr val="000000"/>
                </a:solidFill>
                <a:effectLst/>
                <a:uFillTx/>
                <a:latin typeface="Arial"/>
              </a:rPr>
              <a:t> merging of unary-expression &amp; cast-expression into unary-expression, and remove cast-expression, wherever we are calling cast-expression now we will call unary-expression after merging</a:t>
            </a:r>
            <a:br>
              <a:rPr sz="1000"/>
            </a:br>
            <a:r>
              <a:rPr b="1" lang="en-IN" sz="1000" strike="noStrike" u="none">
                <a:solidFill>
                  <a:srgbClr val="000000"/>
                </a:solidFill>
                <a:effectLst/>
                <a:uFillTx/>
                <a:latin typeface="Arial"/>
              </a:rPr>
              <a:t>Note: Before merging we need to do inlining &amp; remove left recursion first</a:t>
            </a:r>
            <a:br>
              <a:rPr sz="1000"/>
            </a:br>
            <a:br>
              <a:rPr sz="1000"/>
            </a:br>
            <a:r>
              <a:rPr b="0" lang="en-IN" sz="1000" strike="noStrike" u="none">
                <a:solidFill>
                  <a:srgbClr val="000000"/>
                </a:solidFill>
                <a:effectLst/>
                <a:uFillTx/>
                <a:latin typeface="Arial"/>
              </a:rPr>
              <a:t>unary-expression:</a:t>
            </a:r>
            <a:br>
              <a:rPr sz="1000"/>
            </a:br>
            <a:r>
              <a:rPr b="0" lang="en-IN" sz="1000" strike="noStrike" u="none">
                <a:solidFill>
                  <a:srgbClr val="000000"/>
                </a:solidFill>
                <a:effectLst/>
                <a:uFillTx/>
                <a:latin typeface="Arial"/>
              </a:rPr>
              <a:t>postfix-expression</a:t>
            </a:r>
            <a:br>
              <a:rPr sz="1000"/>
            </a:br>
            <a:r>
              <a:rPr b="0" lang="en-IN" sz="1000" strike="noStrike" u="none">
                <a:solidFill>
                  <a:srgbClr val="000000"/>
                </a:solidFill>
                <a:effectLst/>
                <a:uFillTx/>
                <a:latin typeface="Arial"/>
              </a:rPr>
              <a:t>++ unary-expression</a:t>
            </a:r>
            <a:br>
              <a:rPr sz="1000"/>
            </a:br>
            <a:r>
              <a:rPr b="0" lang="en-IN" sz="1000" strike="noStrike" u="none">
                <a:solidFill>
                  <a:srgbClr val="000000"/>
                </a:solidFill>
                <a:effectLst/>
                <a:uFillTx/>
                <a:latin typeface="Arial"/>
              </a:rPr>
              <a:t>-- unary-expression</a:t>
            </a:r>
            <a:br>
              <a:rPr sz="1000"/>
            </a:br>
            <a:r>
              <a:rPr b="0" lang="en-IN" sz="1000" strike="noStrike" u="none">
                <a:solidFill>
                  <a:srgbClr val="000000"/>
                </a:solidFill>
                <a:effectLst/>
                <a:uFillTx/>
                <a:latin typeface="Arial"/>
              </a:rPr>
              <a:t>unary-operator </a:t>
            </a:r>
            <a:r>
              <a:rPr b="1" lang="en-IN" sz="1000" strike="noStrike" u="none">
                <a:solidFill>
                  <a:srgbClr val="000000"/>
                </a:solidFill>
                <a:effectLst/>
                <a:uFillTx/>
                <a:latin typeface="Arial"/>
              </a:rPr>
              <a:t>cast-expression</a:t>
            </a:r>
            <a:br>
              <a:rPr sz="1000"/>
            </a:br>
            <a:r>
              <a:rPr b="0" lang="en-IN" sz="1000" strike="noStrike" u="none">
                <a:solidFill>
                  <a:srgbClr val="000000"/>
                </a:solidFill>
                <a:effectLst/>
                <a:uFillTx/>
                <a:latin typeface="Arial"/>
              </a:rPr>
              <a:t>sizeof unary-expression</a:t>
            </a:r>
            <a:br>
              <a:rPr sz="1000"/>
            </a:br>
            <a:r>
              <a:rPr b="0" lang="en-IN" sz="1000" strike="noStrike" u="none">
                <a:solidFill>
                  <a:srgbClr val="000000"/>
                </a:solidFill>
                <a:effectLst/>
                <a:uFillTx/>
                <a:latin typeface="Arial"/>
              </a:rPr>
              <a:t>sizeof ( type-name )</a:t>
            </a:r>
            <a:endParaRPr b="0" lang="en-IN" sz="1000" strike="noStrike" u="none">
              <a:solidFill>
                <a:srgbClr val="000000"/>
              </a:solidFill>
              <a:effectLst/>
              <a:uFillTx/>
              <a:latin typeface="Arial"/>
            </a:endParaRPr>
          </a:p>
          <a:p>
            <a:pPr marL="720000" indent="0">
              <a:lnSpc>
                <a:spcPct val="100000"/>
              </a:lnSpc>
              <a:spcBef>
                <a:spcPts val="1191"/>
              </a:spcBef>
              <a:spcAft>
                <a:spcPts val="992"/>
              </a:spcAft>
              <a:buNone/>
              <a:tabLst>
                <a:tab algn="l" pos="0"/>
              </a:tabLst>
            </a:pPr>
            <a:r>
              <a:rPr b="0" lang="en-IN" sz="1000" strike="noStrike" u="none">
                <a:solidFill>
                  <a:srgbClr val="000000"/>
                </a:solidFill>
                <a:effectLst/>
                <a:uFillTx/>
                <a:latin typeface="Arial"/>
              </a:rPr>
              <a:t>unary-operator: one of</a:t>
            </a:r>
            <a:br>
              <a:rPr sz="1000"/>
            </a:br>
            <a:r>
              <a:rPr b="0" lang="en-IN" sz="1000" strike="noStrike" u="none">
                <a:solidFill>
                  <a:srgbClr val="000000"/>
                </a:solidFill>
                <a:effectLst/>
                <a:uFillTx/>
                <a:latin typeface="Arial"/>
              </a:rPr>
              <a:t>&amp; * + - ~ !</a:t>
            </a:r>
            <a:br>
              <a:rPr sz="1000"/>
            </a:br>
            <a:br>
              <a:rPr sz="1000"/>
            </a:br>
            <a:r>
              <a:rPr b="1" lang="en-IN" sz="1000" strike="noStrike" u="none">
                <a:solidFill>
                  <a:srgbClr val="000000"/>
                </a:solidFill>
                <a:effectLst/>
                <a:uFillTx/>
                <a:latin typeface="Arial"/>
              </a:rPr>
              <a:t>cast-expression</a:t>
            </a:r>
            <a:r>
              <a:rPr b="0" lang="en-IN" sz="1000" strike="noStrike" u="none">
                <a:solidFill>
                  <a:srgbClr val="000000"/>
                </a:solidFill>
                <a:effectLst/>
                <a:uFillTx/>
                <a:latin typeface="Arial"/>
              </a:rPr>
              <a:t>:</a:t>
            </a:r>
            <a:br>
              <a:rPr sz="1000"/>
            </a:br>
            <a:r>
              <a:rPr b="0" lang="en-IN" sz="1000" strike="noStrike" u="none">
                <a:solidFill>
                  <a:srgbClr val="000000"/>
                </a:solidFill>
                <a:effectLst/>
                <a:uFillTx/>
                <a:latin typeface="Arial"/>
              </a:rPr>
              <a:t>unary-expression</a:t>
            </a:r>
            <a:br>
              <a:rPr sz="1000"/>
            </a:br>
            <a:r>
              <a:rPr b="0" lang="en-IN" sz="1000" strike="noStrike" u="none">
                <a:solidFill>
                  <a:srgbClr val="000000"/>
                </a:solidFill>
                <a:effectLst/>
                <a:uFillTx/>
                <a:latin typeface="Arial"/>
              </a:rPr>
              <a:t>( type-name ) </a:t>
            </a:r>
            <a:r>
              <a:rPr b="1" lang="en-IN" sz="1000" strike="noStrike" u="none">
                <a:solidFill>
                  <a:srgbClr val="000000"/>
                </a:solidFill>
                <a:effectLst/>
                <a:uFillTx/>
                <a:latin typeface="Arial"/>
              </a:rPr>
              <a:t>cast-expression</a:t>
            </a:r>
            <a:br>
              <a:rPr sz="1000"/>
            </a:br>
            <a:br>
              <a:rPr sz="1000"/>
            </a:br>
            <a:r>
              <a:rPr b="0" lang="en-IN" sz="1000" strike="noStrike" u="none">
                <a:solidFill>
                  <a:srgbClr val="000000"/>
                </a:solidFill>
                <a:effectLst/>
                <a:uFillTx/>
                <a:latin typeface="Arial"/>
              </a:rPr>
              <a:t>multiplicative-expression:</a:t>
            </a:r>
            <a:br>
              <a:rPr sz="1000"/>
            </a:br>
            <a:r>
              <a:rPr b="1" lang="en-IN" sz="1000" strike="noStrike" u="none">
                <a:solidFill>
                  <a:srgbClr val="000000"/>
                </a:solidFill>
                <a:effectLst/>
                <a:uFillTx/>
                <a:latin typeface="Arial"/>
              </a:rPr>
              <a:t>cast-expression</a:t>
            </a:r>
            <a:br>
              <a:rPr sz="1000"/>
            </a:br>
            <a:r>
              <a:rPr b="0" lang="en-IN" sz="1000" strike="noStrike" u="none">
                <a:solidFill>
                  <a:srgbClr val="000000"/>
                </a:solidFill>
                <a:effectLst/>
                <a:uFillTx/>
                <a:latin typeface="Arial"/>
              </a:rPr>
              <a:t>multiplicative-expression * </a:t>
            </a:r>
            <a:r>
              <a:rPr b="1" lang="en-IN" sz="1000" strike="noStrike" u="none">
                <a:solidFill>
                  <a:srgbClr val="000000"/>
                </a:solidFill>
                <a:effectLst/>
                <a:uFillTx/>
                <a:latin typeface="Arial"/>
              </a:rPr>
              <a:t>cast-expression</a:t>
            </a:r>
            <a:br>
              <a:rPr sz="1000"/>
            </a:br>
            <a:r>
              <a:rPr b="0" lang="en-IN" sz="1000" strike="noStrike" u="none">
                <a:solidFill>
                  <a:srgbClr val="000000"/>
                </a:solidFill>
                <a:effectLst/>
                <a:uFillTx/>
                <a:latin typeface="Arial"/>
              </a:rPr>
              <a:t>multiplicative-expression / </a:t>
            </a:r>
            <a:r>
              <a:rPr b="1" lang="en-IN" sz="1000" strike="noStrike" u="none">
                <a:solidFill>
                  <a:srgbClr val="000000"/>
                </a:solidFill>
                <a:effectLst/>
                <a:uFillTx/>
                <a:latin typeface="Arial"/>
              </a:rPr>
              <a:t>cast-expression</a:t>
            </a:r>
            <a:br>
              <a:rPr sz="1000"/>
            </a:br>
            <a:r>
              <a:rPr b="0" lang="en-IN" sz="1000" strike="noStrike" u="none">
                <a:solidFill>
                  <a:srgbClr val="000000"/>
                </a:solidFill>
                <a:effectLst/>
                <a:uFillTx/>
                <a:latin typeface="Arial"/>
              </a:rPr>
              <a:t>multiplicative-expression % </a:t>
            </a:r>
            <a:r>
              <a:rPr b="1" lang="en-IN" sz="1000" strike="noStrike" u="none">
                <a:solidFill>
                  <a:srgbClr val="000000"/>
                </a:solidFill>
                <a:effectLst/>
                <a:uFillTx/>
                <a:latin typeface="Arial"/>
              </a:rPr>
              <a:t>cast-expression</a:t>
            </a:r>
            <a:endParaRPr b="0" lang="en-IN" sz="1000" strike="noStrike" u="none">
              <a:solidFill>
                <a:srgbClr val="000000"/>
              </a:solidFill>
              <a:effectLst/>
              <a:uFillTx/>
              <a:latin typeface="Arial"/>
            </a:endParaRPr>
          </a:p>
          <a:p>
            <a:pPr marL="432000" indent="0">
              <a:lnSpc>
                <a:spcPct val="100000"/>
              </a:lnSpc>
              <a:spcBef>
                <a:spcPts val="1191"/>
              </a:spcBef>
              <a:spcAft>
                <a:spcPts val="992"/>
              </a:spcAft>
              <a:buNone/>
              <a:tabLst>
                <a:tab algn="l" pos="0"/>
              </a:tabLst>
            </a:pPr>
            <a:r>
              <a:rPr b="0" lang="en-IN" sz="1000" strike="noStrike" u="none">
                <a:solidFill>
                  <a:srgbClr val="000000"/>
                </a:solidFill>
                <a:effectLst/>
                <a:uFillTx/>
                <a:latin typeface="Arial"/>
              </a:rPr>
              <a:t> </a:t>
            </a: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4230B752-A97B-4732-A4F1-3A2813A2D32B}"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type="title"/>
          </p:nvPr>
        </p:nvSpPr>
        <p:spPr>
          <a:xfrm>
            <a:off x="360000" y="166680"/>
            <a:ext cx="9358200" cy="50328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merging/cyclic reference</a:t>
            </a:r>
            <a:endParaRPr b="0" lang="en-IN" sz="3300" strike="noStrike" u="none">
              <a:solidFill>
                <a:srgbClr val="000000"/>
              </a:solidFill>
              <a:effectLst/>
              <a:uFillTx/>
              <a:latin typeface="Arial"/>
            </a:endParaRPr>
          </a:p>
        </p:txBody>
      </p:sp>
      <p:sp>
        <p:nvSpPr>
          <p:cNvPr id="70" name="PlaceHolder 2"/>
          <p:cNvSpPr>
            <a:spLocks noGrp="1"/>
          </p:cNvSpPr>
          <p:nvPr>
            <p:ph/>
          </p:nvPr>
        </p:nvSpPr>
        <p:spPr>
          <a:xfrm>
            <a:off x="360000" y="1080000"/>
            <a:ext cx="9358200" cy="3598200"/>
          </a:xfrm>
          <a:prstGeom prst="rect">
            <a:avLst/>
          </a:prstGeom>
          <a:noFill/>
          <a:ln w="0">
            <a:noFill/>
          </a:ln>
        </p:spPr>
        <p:txBody>
          <a:bodyPr lIns="0" rIns="0" tIns="0" bIns="0" anchor="t">
            <a:noAutofit/>
          </a:bodyPr>
          <a:p>
            <a:pPr marL="720000" indent="-324000">
              <a:lnSpc>
                <a:spcPct val="100000"/>
              </a:lnSpc>
              <a:spcBef>
                <a:spcPts val="1191"/>
              </a:spcBef>
              <a:spcAft>
                <a:spcPts val="992"/>
              </a:spcAft>
              <a:buClr>
                <a:srgbClr val="77caee"/>
              </a:buClr>
              <a:buSzPct val="45000"/>
              <a:buFont typeface="Wingdings" charset="2"/>
              <a:buChar char=""/>
            </a:pPr>
            <a:r>
              <a:rPr b="0" lang="en-IN" sz="1000" strike="noStrike" u="none">
                <a:solidFill>
                  <a:srgbClr val="000000"/>
                </a:solidFill>
                <a:effectLst/>
                <a:uFillTx/>
                <a:latin typeface="Arial"/>
              </a:rPr>
              <a:t>First apply inling , then remove the left recursion</a:t>
            </a:r>
            <a:br>
              <a:rPr sz="1000"/>
            </a:br>
            <a:r>
              <a:rPr b="0" lang="en-IN" sz="1000" strike="noStrike" u="none">
                <a:solidFill>
                  <a:srgbClr val="000000"/>
                </a:solidFill>
                <a:effectLst/>
                <a:uFillTx/>
                <a:latin typeface="Arial"/>
              </a:rPr>
              <a:t>and finally merge the grammar </a:t>
            </a:r>
            <a:br>
              <a:rPr sz="1000"/>
            </a:br>
            <a:br>
              <a:rPr sz="1000"/>
            </a:br>
            <a:r>
              <a:rPr b="0" lang="en-IN" sz="1000" strike="noStrike" u="none">
                <a:solidFill>
                  <a:srgbClr val="000000"/>
                </a:solidFill>
                <a:effectLst/>
                <a:uFillTx/>
                <a:latin typeface="Arial"/>
              </a:rPr>
              <a:t>This is the merged unary-expression</a:t>
            </a:r>
            <a:br>
              <a:rPr sz="1000"/>
            </a:br>
            <a:r>
              <a:rPr b="0" lang="en-IN" sz="1000" strike="noStrike" u="none">
                <a:solidFill>
                  <a:srgbClr val="000000"/>
                </a:solidFill>
                <a:effectLst/>
                <a:uFillTx/>
                <a:latin typeface="Arial"/>
              </a:rPr>
              <a:t> </a:t>
            </a:r>
            <a:br>
              <a:rPr sz="1000"/>
            </a:br>
            <a:r>
              <a:rPr b="0" lang="en-IN" sz="1000" strike="noStrike" u="none">
                <a:solidFill>
                  <a:srgbClr val="000000"/>
                </a:solidFill>
                <a:effectLst/>
                <a:uFillTx/>
                <a:latin typeface="Arial"/>
              </a:rPr>
              <a:t>unary-expression:</a:t>
            </a:r>
            <a:br>
              <a:rPr sz="1000"/>
            </a:br>
            <a:r>
              <a:rPr b="0" lang="en-IN" sz="1000" strike="noStrike" u="none">
                <a:solidFill>
                  <a:srgbClr val="000000"/>
                </a:solidFill>
                <a:effectLst/>
                <a:uFillTx/>
                <a:latin typeface="Arial"/>
              </a:rPr>
              <a:t>postfix-expression</a:t>
            </a:r>
            <a:br>
              <a:rPr sz="1000"/>
            </a:br>
            <a:r>
              <a:rPr b="0" lang="en-IN" sz="1000" strike="noStrike" u="none">
                <a:solidFill>
                  <a:srgbClr val="000000"/>
                </a:solidFill>
                <a:effectLst/>
                <a:uFillTx/>
                <a:latin typeface="Arial"/>
              </a:rPr>
              <a:t>++ unary-expression </a:t>
            </a:r>
            <a:br>
              <a:rPr sz="1000"/>
            </a:br>
            <a:r>
              <a:rPr b="0" lang="en-IN" sz="1000" strike="noStrike" u="none">
                <a:solidFill>
                  <a:srgbClr val="000000"/>
                </a:solidFill>
                <a:effectLst/>
                <a:uFillTx/>
                <a:latin typeface="Arial"/>
              </a:rPr>
              <a:t>-- unary-expression</a:t>
            </a:r>
            <a:br>
              <a:rPr sz="1000"/>
            </a:br>
            <a:r>
              <a:rPr b="0" lang="en-IN" sz="1000" strike="noStrike" u="none">
                <a:solidFill>
                  <a:srgbClr val="000000"/>
                </a:solidFill>
                <a:effectLst/>
                <a:uFillTx/>
                <a:latin typeface="Arial"/>
              </a:rPr>
              <a:t>unary-operator unary-expression</a:t>
            </a:r>
            <a:br>
              <a:rPr sz="1000"/>
            </a:br>
            <a:r>
              <a:rPr b="1" lang="en-IN" sz="1000" strike="noStrike" u="none">
                <a:solidFill>
                  <a:srgbClr val="000000"/>
                </a:solidFill>
                <a:effectLst/>
                <a:uFillTx/>
                <a:latin typeface="Arial"/>
              </a:rPr>
              <a:t>( type-name ) unary-expression // cast-expression merged into unary-expression due to cyclic reference</a:t>
            </a:r>
            <a:br>
              <a:rPr sz="1000"/>
            </a:br>
            <a:r>
              <a:rPr b="0" lang="en-IN" sz="1000" strike="noStrike" u="none">
                <a:solidFill>
                  <a:srgbClr val="000000"/>
                </a:solidFill>
                <a:effectLst/>
                <a:uFillTx/>
                <a:latin typeface="Arial"/>
              </a:rPr>
              <a:t>sizeof unary-expression</a:t>
            </a:r>
            <a:br>
              <a:rPr sz="1000"/>
            </a:br>
            <a:r>
              <a:rPr b="0" lang="en-IN" sz="1000" strike="noStrike" u="none">
                <a:solidFill>
                  <a:srgbClr val="000000"/>
                </a:solidFill>
                <a:effectLst/>
                <a:uFillTx/>
                <a:latin typeface="Arial"/>
              </a:rPr>
              <a:t>sizeof ( type-name )</a:t>
            </a:r>
            <a:endParaRPr b="0" lang="en-IN" sz="1000" strike="noStrike" u="none">
              <a:solidFill>
                <a:srgbClr val="000000"/>
              </a:solidFill>
              <a:effectLst/>
              <a:uFillTx/>
              <a:latin typeface="Arial"/>
            </a:endParaRPr>
          </a:p>
          <a:p>
            <a:pPr marL="720000" indent="0">
              <a:lnSpc>
                <a:spcPct val="100000"/>
              </a:lnSpc>
              <a:spcBef>
                <a:spcPts val="1191"/>
              </a:spcBef>
              <a:spcAft>
                <a:spcPts val="992"/>
              </a:spcAft>
              <a:buNone/>
              <a:tabLst>
                <a:tab algn="l" pos="0"/>
              </a:tabLst>
            </a:pPr>
            <a:r>
              <a:rPr b="0" lang="en-IN" sz="1000" strike="noStrike" u="none">
                <a:solidFill>
                  <a:srgbClr val="000000"/>
                </a:solidFill>
                <a:effectLst/>
                <a:uFillTx/>
                <a:latin typeface="Arial"/>
              </a:rPr>
              <a:t>multiplicative-expression:</a:t>
            </a:r>
            <a:br>
              <a:rPr sz="1000"/>
            </a:br>
            <a:r>
              <a:rPr b="0" lang="en-IN" sz="1000" strike="noStrike" u="none">
                <a:solidFill>
                  <a:srgbClr val="000000"/>
                </a:solidFill>
                <a:effectLst/>
                <a:uFillTx/>
                <a:latin typeface="Arial"/>
              </a:rPr>
              <a:t>unary-expression</a:t>
            </a:r>
            <a:br>
              <a:rPr sz="1000"/>
            </a:br>
            <a:r>
              <a:rPr b="0" lang="en-IN" sz="1000" strike="noStrike" u="none">
                <a:solidFill>
                  <a:srgbClr val="000000"/>
                </a:solidFill>
                <a:effectLst/>
                <a:uFillTx/>
                <a:latin typeface="Arial"/>
              </a:rPr>
              <a:t>unary-expression * multiplicative-expression</a:t>
            </a:r>
            <a:br>
              <a:rPr sz="1000"/>
            </a:br>
            <a:r>
              <a:rPr b="0" lang="en-IN" sz="1000" strike="noStrike" u="none">
                <a:solidFill>
                  <a:srgbClr val="000000"/>
                </a:solidFill>
                <a:effectLst/>
                <a:uFillTx/>
                <a:latin typeface="Arial"/>
              </a:rPr>
              <a:t>unary-expression / multiplicative-expression</a:t>
            </a:r>
            <a:br>
              <a:rPr sz="1000"/>
            </a:br>
            <a:r>
              <a:rPr b="0" lang="en-IN" sz="1000" strike="noStrike" u="none">
                <a:solidFill>
                  <a:srgbClr val="000000"/>
                </a:solidFill>
                <a:effectLst/>
                <a:uFillTx/>
                <a:latin typeface="Arial"/>
              </a:rPr>
              <a:t>unary-expression % multiplicative-expression</a:t>
            </a:r>
            <a:endParaRPr b="0" lang="en-IN" sz="1000" strike="noStrike" u="none">
              <a:solidFill>
                <a:srgbClr val="000000"/>
              </a:solidFill>
              <a:effectLst/>
              <a:uFillTx/>
              <a:latin typeface="Arial"/>
            </a:endParaRPr>
          </a:p>
          <a:p>
            <a:pPr marL="720000" indent="0">
              <a:lnSpc>
                <a:spcPct val="100000"/>
              </a:lnSpc>
              <a:spcBef>
                <a:spcPts val="1191"/>
              </a:spcBef>
              <a:spcAft>
                <a:spcPts val="992"/>
              </a:spcAft>
              <a:buNone/>
              <a:tabLst>
                <a:tab algn="l" pos="0"/>
              </a:tabLst>
            </a:pP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4CF173DD-2186-447B-879E-AD327321E088}"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type="title"/>
          </p:nvPr>
        </p:nvSpPr>
        <p:spPr>
          <a:xfrm>
            <a:off x="360000" y="165960"/>
            <a:ext cx="9358200" cy="50472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left factoring</a:t>
            </a:r>
            <a:endParaRPr b="0" lang="en-IN" sz="3300" strike="noStrike" u="none">
              <a:solidFill>
                <a:srgbClr val="000000"/>
              </a:solidFill>
              <a:effectLst/>
              <a:uFillTx/>
              <a:latin typeface="Arial"/>
            </a:endParaRPr>
          </a:p>
        </p:txBody>
      </p:sp>
      <p:sp>
        <p:nvSpPr>
          <p:cNvPr id="72" name="PlaceHolder 2"/>
          <p:cNvSpPr>
            <a:spLocks noGrp="1"/>
          </p:cNvSpPr>
          <p:nvPr>
            <p:ph/>
          </p:nvPr>
        </p:nvSpPr>
        <p:spPr>
          <a:xfrm>
            <a:off x="360000" y="720360"/>
            <a:ext cx="9358200" cy="4498200"/>
          </a:xfrm>
          <a:prstGeom prst="rect">
            <a:avLst/>
          </a:prstGeom>
          <a:noFill/>
          <a:ln w="0">
            <a:noFill/>
          </a:ln>
        </p:spPr>
        <p:txBody>
          <a:bodyPr lIns="0" rIns="0" tIns="0" bIns="0" anchor="t">
            <a:noAutofit/>
          </a:bodyPr>
          <a:p>
            <a:pPr marL="720000" indent="-324000">
              <a:lnSpc>
                <a:spcPct val="100000"/>
              </a:lnSpc>
              <a:spcBef>
                <a:spcPts val="1191"/>
              </a:spcBef>
              <a:spcAft>
                <a:spcPts val="992"/>
              </a:spcAft>
              <a:buClr>
                <a:srgbClr val="77caee"/>
              </a:buClr>
              <a:buSzPct val="45000"/>
              <a:buFont typeface="Wingdings" charset="2"/>
              <a:buChar char=""/>
            </a:pPr>
            <a:r>
              <a:rPr b="0" lang="en-IN" sz="1000" strike="noStrike" u="none">
                <a:solidFill>
                  <a:srgbClr val="000000"/>
                </a:solidFill>
                <a:effectLst/>
                <a:uFillTx/>
                <a:latin typeface="Arial"/>
                <a:ea typeface="Microsoft YaHei"/>
              </a:rPr>
              <a:t>We need to modify some of the grammar in which left recursion is present but which also expands on the left side, this case left recursion cannot be removed directly as terminals symbols(‘[‘, ‘(‘, ‘.’, ‘-&gt;’, ‘++’ ‘--’) of the postfix expression can keep on coming as we lookahead </a:t>
            </a:r>
            <a:br>
              <a:rPr sz="1000"/>
            </a:br>
            <a:r>
              <a:rPr b="0" lang="en-IN" sz="1000" strike="noStrike" u="none">
                <a:solidFill>
                  <a:srgbClr val="000000"/>
                </a:solidFill>
                <a:effectLst/>
                <a:uFillTx/>
                <a:latin typeface="Arial"/>
                <a:ea typeface="Microsoft YaHei"/>
              </a:rPr>
              <a:t>if we do left recursion removal by adding postfix-expression at end, then the entire grammar meaning will change</a:t>
            </a:r>
            <a:br>
              <a:rPr sz="1000"/>
            </a:br>
            <a:r>
              <a:rPr b="0" lang="en-IN" sz="1000" strike="noStrike" u="none">
                <a:solidFill>
                  <a:srgbClr val="000000"/>
                </a:solidFill>
                <a:effectLst/>
                <a:uFillTx/>
                <a:latin typeface="Arial"/>
                <a:ea typeface="Microsoft YaHei"/>
              </a:rPr>
              <a:t>  </a:t>
            </a:r>
            <a:br>
              <a:rPr sz="1000"/>
            </a:br>
            <a:r>
              <a:rPr b="0" lang="en-IN" sz="1000" strike="noStrike" u="none">
                <a:solidFill>
                  <a:srgbClr val="000000"/>
                </a:solidFill>
                <a:effectLst/>
                <a:uFillTx/>
                <a:latin typeface="Arial"/>
                <a:ea typeface="Microsoft YaHei"/>
              </a:rPr>
              <a:t>  postfix-expression:</a:t>
            </a:r>
            <a:br>
              <a:rPr sz="1000"/>
            </a:br>
            <a:r>
              <a:rPr b="0" lang="en-IN" sz="1000" strike="noStrike" u="none">
                <a:solidFill>
                  <a:srgbClr val="000000"/>
                </a:solidFill>
                <a:effectLst/>
                <a:uFillTx/>
                <a:latin typeface="Arial"/>
                <a:ea typeface="Microsoft YaHei"/>
              </a:rPr>
              <a:t>primary-expression</a:t>
            </a:r>
            <a:br>
              <a:rPr sz="1000"/>
            </a:br>
            <a:r>
              <a:rPr b="0" lang="en-IN" sz="1000" strike="noStrike" u="none">
                <a:solidFill>
                  <a:srgbClr val="000000"/>
                </a:solidFill>
                <a:effectLst/>
                <a:uFillTx/>
                <a:latin typeface="Arial"/>
                <a:ea typeface="Microsoft YaHei"/>
              </a:rPr>
              <a:t>postfix-expression [ expression ]</a:t>
            </a:r>
            <a:br>
              <a:rPr sz="1000"/>
            </a:br>
            <a:r>
              <a:rPr b="0" lang="en-IN" sz="1000" strike="noStrike" u="none">
                <a:solidFill>
                  <a:srgbClr val="000000"/>
                </a:solidFill>
                <a:effectLst/>
                <a:uFillTx/>
                <a:latin typeface="Arial"/>
                <a:ea typeface="Microsoft YaHei"/>
              </a:rPr>
              <a:t>postfix-expression ( argument-expression-list_opt )</a:t>
            </a:r>
            <a:br>
              <a:rPr sz="1000"/>
            </a:br>
            <a:r>
              <a:rPr b="0" lang="en-IN" sz="1000" strike="noStrike" u="none">
                <a:solidFill>
                  <a:srgbClr val="000000"/>
                </a:solidFill>
                <a:effectLst/>
                <a:uFillTx/>
                <a:latin typeface="Arial"/>
                <a:ea typeface="Microsoft YaHei"/>
              </a:rPr>
              <a:t>postfix-expression . Identifier</a:t>
            </a:r>
            <a:br>
              <a:rPr sz="1000"/>
            </a:br>
            <a:r>
              <a:rPr b="0" lang="en-IN" sz="1000" strike="noStrike" u="none">
                <a:solidFill>
                  <a:srgbClr val="000000"/>
                </a:solidFill>
                <a:effectLst/>
                <a:uFillTx/>
                <a:latin typeface="Arial"/>
                <a:ea typeface="Microsoft YaHei"/>
              </a:rPr>
              <a:t>postfix-expression -&gt; identifier</a:t>
            </a:r>
            <a:br>
              <a:rPr sz="1000"/>
            </a:br>
            <a:r>
              <a:rPr b="0" lang="en-IN" sz="1000" strike="noStrike" u="none">
                <a:solidFill>
                  <a:srgbClr val="000000"/>
                </a:solidFill>
                <a:effectLst/>
                <a:uFillTx/>
                <a:latin typeface="Arial"/>
                <a:ea typeface="Microsoft YaHei"/>
              </a:rPr>
              <a:t>postfix-expression ++</a:t>
            </a:r>
            <a:br>
              <a:rPr sz="1000"/>
            </a:br>
            <a:r>
              <a:rPr b="0" lang="en-IN" sz="1000" strike="noStrike" u="none">
                <a:solidFill>
                  <a:srgbClr val="000000"/>
                </a:solidFill>
                <a:effectLst/>
                <a:uFillTx/>
                <a:latin typeface="Arial"/>
                <a:ea typeface="Microsoft YaHei"/>
              </a:rPr>
              <a:t>postfix-expression --  </a:t>
            </a:r>
            <a:br>
              <a:rPr sz="1000"/>
            </a:br>
            <a:br>
              <a:rPr sz="1000"/>
            </a:br>
            <a:r>
              <a:rPr b="0" lang="en-IN" sz="1000" strike="noStrike" u="none">
                <a:solidFill>
                  <a:srgbClr val="000000"/>
                </a:solidFill>
                <a:effectLst/>
                <a:uFillTx/>
                <a:latin typeface="Arial"/>
                <a:ea typeface="Microsoft YaHei"/>
              </a:rPr>
              <a:t>To solve this we will place primary-expression in place of postfix-expression and postfix-expression will be added at end with new name of postfix-expression-dash, postfix-expression-dash will be a new grammar node which will keep looping when terminal  symbols(‘[‘, ‘(‘, ‘.’, ‘-&gt;’, ‘++’ ‘--’)  will occur and the grammar will keeo expand right side, not left side , so new grammar will look like this</a:t>
            </a:r>
            <a:br>
              <a:rPr sz="1000"/>
            </a:br>
            <a:br>
              <a:rPr sz="1000"/>
            </a:br>
            <a:r>
              <a:rPr b="0" lang="en-IN" sz="1000" strike="noStrike" u="none">
                <a:solidFill>
                  <a:srgbClr val="000000"/>
                </a:solidFill>
                <a:effectLst/>
                <a:uFillTx/>
                <a:latin typeface="Arial"/>
                <a:ea typeface="Microsoft YaHei"/>
              </a:rPr>
              <a:t>postfix_expression </a:t>
            </a:r>
            <a:br>
              <a:rPr sz="1000"/>
            </a:br>
            <a:r>
              <a:rPr b="0" lang="en-IN" sz="1000" strike="noStrike" u="none">
                <a:solidFill>
                  <a:srgbClr val="000000"/>
                </a:solidFill>
                <a:effectLst/>
                <a:uFillTx/>
                <a:latin typeface="Arial"/>
                <a:ea typeface="Microsoft YaHei"/>
              </a:rPr>
              <a:t>: primary_expression </a:t>
            </a:r>
            <a:br>
              <a:rPr sz="1000"/>
            </a:br>
            <a:r>
              <a:rPr b="0" lang="en-IN" sz="1000" strike="noStrike" u="none">
                <a:solidFill>
                  <a:srgbClr val="000000"/>
                </a:solidFill>
                <a:effectLst/>
                <a:uFillTx/>
                <a:latin typeface="Arial"/>
                <a:ea typeface="Microsoft YaHei"/>
              </a:rPr>
              <a:t>| primary_expression '[' expression ']' postfix_expression_dash </a:t>
            </a:r>
            <a:br>
              <a:rPr sz="1000"/>
            </a:br>
            <a:r>
              <a:rPr b="0" lang="en-IN" sz="1000" strike="noStrike" u="none">
                <a:solidFill>
                  <a:srgbClr val="000000"/>
                </a:solidFill>
                <a:effectLst/>
                <a:uFillTx/>
                <a:latin typeface="Arial"/>
                <a:ea typeface="Microsoft YaHei"/>
              </a:rPr>
              <a:t>| primary_expression (' argument_expression_list ')' postfix_expression_dash </a:t>
            </a:r>
            <a:br>
              <a:rPr sz="1000"/>
            </a:br>
            <a:r>
              <a:rPr b="0" lang="en-IN" sz="1000" strike="noStrike" u="none">
                <a:solidFill>
                  <a:srgbClr val="000000"/>
                </a:solidFill>
                <a:effectLst/>
                <a:uFillTx/>
                <a:latin typeface="Arial"/>
                <a:ea typeface="Microsoft YaHei"/>
              </a:rPr>
              <a:t>| primary_expression '.' IDENTIFIER postfix_expression_dash </a:t>
            </a:r>
            <a:br>
              <a:rPr sz="1000"/>
            </a:br>
            <a:r>
              <a:rPr b="0" lang="en-IN" sz="1000" strike="noStrike" u="none">
                <a:solidFill>
                  <a:srgbClr val="000000"/>
                </a:solidFill>
                <a:effectLst/>
                <a:uFillTx/>
                <a:latin typeface="Arial"/>
                <a:ea typeface="Microsoft YaHei"/>
              </a:rPr>
              <a:t>| primary_expression '-&gt;' IDENTIFIER postfix_expression_dash </a:t>
            </a:r>
            <a:br>
              <a:rPr sz="1000"/>
            </a:br>
            <a:r>
              <a:rPr b="0" lang="en-IN" sz="1000" strike="noStrike" u="none">
                <a:solidFill>
                  <a:srgbClr val="000000"/>
                </a:solidFill>
                <a:effectLst/>
                <a:uFillTx/>
                <a:latin typeface="Arial"/>
                <a:ea typeface="Microsoft YaHei"/>
              </a:rPr>
              <a:t>| primary_expression ++ postfix_expression_dash </a:t>
            </a:r>
            <a:br>
              <a:rPr sz="1000"/>
            </a:br>
            <a:r>
              <a:rPr b="0" lang="en-IN" sz="1000" strike="noStrike" u="none">
                <a:solidFill>
                  <a:srgbClr val="000000"/>
                </a:solidFill>
                <a:effectLst/>
                <a:uFillTx/>
                <a:latin typeface="Arial"/>
                <a:ea typeface="Microsoft YaHei"/>
              </a:rPr>
              <a:t>| primary_expression -- postfix_expression_dash</a:t>
            </a:r>
            <a:br>
              <a:rPr sz="1000"/>
            </a:br>
            <a:r>
              <a:rPr b="0" lang="en-IN" sz="1000" strike="noStrike" u="none">
                <a:solidFill>
                  <a:srgbClr val="000000"/>
                </a:solidFill>
                <a:effectLst/>
                <a:uFillTx/>
                <a:latin typeface="Arial"/>
                <a:ea typeface="Microsoft YaHei"/>
              </a:rPr>
              <a:t>  </a:t>
            </a:r>
            <a:br>
              <a:rPr sz="1000"/>
            </a:br>
            <a:r>
              <a:rPr b="0" lang="en-IN" sz="1000" strike="noStrike" u="none">
                <a:solidFill>
                  <a:srgbClr val="000000"/>
                </a:solidFill>
                <a:effectLst/>
                <a:uFillTx/>
                <a:latin typeface="Arial"/>
                <a:ea typeface="Microsoft YaHei"/>
              </a:rPr>
              <a:t> </a:t>
            </a:r>
            <a:endParaRPr b="0" lang="en-IN" sz="1000" strike="noStrike" u="none">
              <a:solidFill>
                <a:srgbClr val="000000"/>
              </a:solidFill>
              <a:effectLst/>
              <a:uFillTx/>
              <a:latin typeface="Arial"/>
            </a:endParaRPr>
          </a:p>
          <a:p>
            <a:pPr marL="720000" indent="0">
              <a:lnSpc>
                <a:spcPct val="100000"/>
              </a:lnSpc>
              <a:spcBef>
                <a:spcPts val="1191"/>
              </a:spcBef>
              <a:spcAft>
                <a:spcPts val="992"/>
              </a:spcAft>
              <a:buNone/>
              <a:tabLst>
                <a:tab algn="l" pos="0"/>
              </a:tabLst>
            </a:pPr>
            <a:r>
              <a:rPr b="0" lang="en-IN" sz="1000" strike="noStrike" u="none">
                <a:solidFill>
                  <a:srgbClr val="000000"/>
                </a:solidFill>
                <a:effectLst/>
                <a:uFillTx/>
                <a:latin typeface="Arial"/>
                <a:ea typeface="Microsoft YaHei"/>
              </a:rPr>
              <a:t> </a:t>
            </a:r>
            <a:endParaRPr b="0" lang="en-IN" sz="1000" strike="noStrike" u="none">
              <a:solidFill>
                <a:srgbClr val="000000"/>
              </a:solidFill>
              <a:effectLst/>
              <a:uFillTx/>
              <a:latin typeface="Arial"/>
            </a:endParaRPr>
          </a:p>
          <a:p>
            <a:pPr marL="720000" indent="0">
              <a:lnSpc>
                <a:spcPct val="100000"/>
              </a:lnSpc>
              <a:spcBef>
                <a:spcPts val="1191"/>
              </a:spcBef>
              <a:spcAft>
                <a:spcPts val="992"/>
              </a:spcAft>
              <a:buNone/>
              <a:tabLst>
                <a:tab algn="l" pos="0"/>
              </a:tabLst>
            </a:pPr>
            <a:r>
              <a:rPr b="0" lang="en-IN" sz="1000" strike="noStrike" u="none">
                <a:solidFill>
                  <a:srgbClr val="000000"/>
                </a:solidFill>
                <a:effectLst/>
                <a:uFillTx/>
                <a:latin typeface="Arial"/>
                <a:ea typeface="Microsoft YaHei"/>
              </a:rPr>
              <a:t> </a:t>
            </a:r>
            <a:endParaRPr b="0" lang="en-IN" sz="1000" strike="noStrike" u="none">
              <a:solidFill>
                <a:srgbClr val="000000"/>
              </a:solidFill>
              <a:effectLst/>
              <a:uFillTx/>
              <a:latin typeface="Arial"/>
            </a:endParaRPr>
          </a:p>
          <a:p>
            <a:pPr marL="720000" indent="-324000">
              <a:lnSpc>
                <a:spcPct val="100000"/>
              </a:lnSpc>
              <a:spcBef>
                <a:spcPts val="1191"/>
              </a:spcBef>
              <a:spcAft>
                <a:spcPts val="992"/>
              </a:spcAft>
              <a:buClr>
                <a:srgbClr val="77caee"/>
              </a:buClr>
              <a:buSzPct val="45000"/>
              <a:buFont typeface="Wingdings" charset="2"/>
              <a:buChar char=""/>
              <a:tabLst>
                <a:tab algn="l" pos="0"/>
              </a:tabLst>
            </a:pPr>
            <a:r>
              <a:rPr b="0" lang="en-IN" sz="1000" strike="noStrike" u="none">
                <a:solidFill>
                  <a:srgbClr val="000000"/>
                </a:solidFill>
                <a:effectLst/>
                <a:uFillTx/>
                <a:latin typeface="Arial"/>
                <a:ea typeface="Microsoft YaHei"/>
              </a:rPr>
              <a:t>  </a:t>
            </a:r>
            <a:br>
              <a:rPr sz="1000"/>
            </a:br>
            <a:br>
              <a:rPr sz="1000"/>
            </a:br>
            <a:br>
              <a:rPr sz="1000"/>
            </a:br>
            <a:br>
              <a:rPr sz="1000"/>
            </a:br>
            <a:br>
              <a:rPr sz="1000"/>
            </a:br>
            <a:r>
              <a:rPr b="0" lang="en-IN" sz="1000" strike="noStrike" u="none">
                <a:solidFill>
                  <a:srgbClr val="000000"/>
                </a:solidFill>
                <a:effectLst/>
                <a:uFillTx/>
                <a:latin typeface="Arial"/>
                <a:ea typeface="Microsoft YaHei"/>
              </a:rPr>
              <a:t> </a:t>
            </a:r>
            <a:br>
              <a:rPr sz="1000"/>
            </a:br>
            <a:r>
              <a:rPr b="0" lang="en-IN" sz="1000" strike="noStrike" u="none">
                <a:solidFill>
                  <a:srgbClr val="000000"/>
                </a:solidFill>
                <a:effectLst/>
                <a:uFillTx/>
                <a:latin typeface="Arial"/>
                <a:ea typeface="Microsoft YaHei"/>
              </a:rPr>
              <a:t> </a:t>
            </a:r>
            <a:endParaRPr b="0" lang="en-IN" sz="1000" strike="noStrike" u="none">
              <a:solidFill>
                <a:srgbClr val="000000"/>
              </a:solidFill>
              <a:effectLst/>
              <a:uFillTx/>
              <a:latin typeface="Arial"/>
            </a:endParaRPr>
          </a:p>
          <a:p>
            <a:pPr marL="720000" indent="0">
              <a:lnSpc>
                <a:spcPct val="100000"/>
              </a:lnSpc>
              <a:spcBef>
                <a:spcPts val="1191"/>
              </a:spcBef>
              <a:spcAft>
                <a:spcPts val="992"/>
              </a:spcAft>
              <a:buNone/>
              <a:tabLst>
                <a:tab algn="l" pos="0"/>
              </a:tabLst>
            </a:pP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0DAC0235-7AD6-47BB-85C5-E92427CE2E86}" type="slidenum">
              <a:t>10</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360000" y="165960"/>
            <a:ext cx="9358200" cy="50472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ea typeface="Microsoft YaHei"/>
              </a:rPr>
              <a:t>Expression parsing- left factoring</a:t>
            </a:r>
            <a:endParaRPr b="0" lang="en-IN" sz="3300" strike="noStrike" u="none">
              <a:solidFill>
                <a:srgbClr val="000000"/>
              </a:solidFill>
              <a:effectLst/>
              <a:uFillTx/>
              <a:latin typeface="Arial"/>
            </a:endParaRPr>
          </a:p>
        </p:txBody>
      </p:sp>
      <p:sp>
        <p:nvSpPr>
          <p:cNvPr id="74" name="PlaceHolder 2"/>
          <p:cNvSpPr>
            <a:spLocks noGrp="1"/>
          </p:cNvSpPr>
          <p:nvPr>
            <p:ph/>
          </p:nvPr>
        </p:nvSpPr>
        <p:spPr>
          <a:xfrm>
            <a:off x="360000" y="1080000"/>
            <a:ext cx="9358200" cy="3598200"/>
          </a:xfrm>
          <a:prstGeom prst="rect">
            <a:avLst/>
          </a:prstGeom>
          <a:noFill/>
          <a:ln w="0">
            <a:noFill/>
          </a:ln>
        </p:spPr>
        <p:txBody>
          <a:bodyPr lIns="0" rIns="0" tIns="0" bIns="0" anchor="t">
            <a:noAutofit/>
          </a:bodyPr>
          <a:p>
            <a:pPr marL="720000" indent="-324000">
              <a:lnSpc>
                <a:spcPct val="100000"/>
              </a:lnSpc>
              <a:spcBef>
                <a:spcPts val="1191"/>
              </a:spcBef>
              <a:spcAft>
                <a:spcPts val="992"/>
              </a:spcAft>
              <a:buClr>
                <a:srgbClr val="77caee"/>
              </a:buClr>
              <a:buSzPct val="45000"/>
              <a:buFont typeface="Wingdings" charset="2"/>
              <a:buChar char=""/>
            </a:pPr>
            <a:r>
              <a:rPr b="0" lang="en-IN" sz="1050" strike="noStrike" u="none">
                <a:solidFill>
                  <a:srgbClr val="000000"/>
                </a:solidFill>
                <a:effectLst/>
                <a:uFillTx/>
                <a:latin typeface="Arial"/>
                <a:ea typeface="Microsoft YaHei"/>
              </a:rPr>
              <a:t>postfix_expression_dash is designed as such if it gets terminal  symbols(‘[‘, ‘(‘, ‘.’, ‘-&gt;’, ‘++’ ‘—’)  then it will again call itself or else it will terminate and goback to postfix_expression</a:t>
            </a:r>
            <a:br>
              <a:rPr sz="1050"/>
            </a:br>
            <a:br>
              <a:rPr sz="1050"/>
            </a:br>
            <a:r>
              <a:rPr b="0" lang="en-IN" sz="1050" strike="noStrike" u="none">
                <a:solidFill>
                  <a:srgbClr val="000000"/>
                </a:solidFill>
                <a:effectLst/>
                <a:uFillTx/>
                <a:latin typeface="Arial"/>
                <a:ea typeface="Microsoft YaHei"/>
              </a:rPr>
              <a:t>postfix_expression_dash: </a:t>
            </a:r>
            <a:br>
              <a:rPr sz="1050"/>
            </a:br>
            <a:r>
              <a:rPr b="0" lang="en-IN" sz="1050" strike="noStrike" u="none">
                <a:solidFill>
                  <a:srgbClr val="000000"/>
                </a:solidFill>
                <a:effectLst/>
                <a:uFillTx/>
                <a:latin typeface="Arial"/>
                <a:ea typeface="Microsoft YaHei"/>
              </a:rPr>
              <a:t>'[' expression ']' postfix_expression_dash </a:t>
            </a:r>
            <a:br>
              <a:rPr sz="1050"/>
            </a:br>
            <a:r>
              <a:rPr b="0" lang="en-IN" sz="1050" strike="noStrike" u="none">
                <a:solidFill>
                  <a:srgbClr val="000000"/>
                </a:solidFill>
                <a:effectLst/>
                <a:uFillTx/>
                <a:latin typeface="Arial"/>
                <a:ea typeface="Microsoft YaHei"/>
              </a:rPr>
              <a:t>| '(' argument_expression_list ')' postfix_expression_dash </a:t>
            </a:r>
            <a:br>
              <a:rPr sz="1050"/>
            </a:br>
            <a:r>
              <a:rPr b="0" lang="en-IN" sz="1050" strike="noStrike" u="none">
                <a:solidFill>
                  <a:srgbClr val="000000"/>
                </a:solidFill>
                <a:effectLst/>
                <a:uFillTx/>
                <a:latin typeface="Arial"/>
                <a:ea typeface="Microsoft YaHei"/>
              </a:rPr>
              <a:t>| '.' IDENTIFIER postfix_expression_dash </a:t>
            </a:r>
            <a:br>
              <a:rPr sz="1050"/>
            </a:br>
            <a:r>
              <a:rPr b="0" lang="en-IN" sz="1050" strike="noStrike" u="none">
                <a:solidFill>
                  <a:srgbClr val="000000"/>
                </a:solidFill>
                <a:effectLst/>
                <a:uFillTx/>
                <a:latin typeface="Arial"/>
                <a:ea typeface="Microsoft YaHei"/>
              </a:rPr>
              <a:t>| '-&gt;' IDENTIFIER postfix_expression_dash </a:t>
            </a:r>
            <a:br>
              <a:rPr sz="1050"/>
            </a:br>
            <a:r>
              <a:rPr b="0" lang="en-IN" sz="1050" strike="noStrike" u="none">
                <a:solidFill>
                  <a:srgbClr val="000000"/>
                </a:solidFill>
                <a:effectLst/>
                <a:uFillTx/>
                <a:latin typeface="Arial"/>
                <a:ea typeface="Microsoft YaHei"/>
              </a:rPr>
              <a:t>| ++ postfix_expression_dash </a:t>
            </a:r>
            <a:br>
              <a:rPr sz="1050"/>
            </a:br>
            <a:r>
              <a:rPr b="0" lang="en-IN" sz="1050" strike="noStrike" u="none">
                <a:solidFill>
                  <a:srgbClr val="000000"/>
                </a:solidFill>
                <a:effectLst/>
                <a:uFillTx/>
                <a:latin typeface="Arial"/>
                <a:ea typeface="Microsoft YaHei"/>
              </a:rPr>
              <a:t>| -- postfix_expression_dash</a:t>
            </a:r>
            <a:endParaRPr b="0" lang="en-IN" sz="1050" strike="noStrike" u="none">
              <a:solidFill>
                <a:srgbClr val="000000"/>
              </a:solidFill>
              <a:effectLst/>
              <a:uFillTx/>
              <a:latin typeface="Arial"/>
            </a:endParaRPr>
          </a:p>
          <a:p>
            <a:pPr marL="720000" indent="0">
              <a:lnSpc>
                <a:spcPct val="100000"/>
              </a:lnSpc>
              <a:spcBef>
                <a:spcPts val="1191"/>
              </a:spcBef>
              <a:spcAft>
                <a:spcPts val="992"/>
              </a:spcAft>
              <a:buNone/>
              <a:tabLst>
                <a:tab algn="l" pos="0"/>
              </a:tabLst>
            </a:pPr>
            <a:endParaRPr b="0" lang="en-IN" sz="1000" strike="noStrike" u="none">
              <a:solidFill>
                <a:srgbClr val="000000"/>
              </a:solidFill>
              <a:effectLst/>
              <a:uFillTx/>
              <a:latin typeface="Arial"/>
            </a:endParaRPr>
          </a:p>
        </p:txBody>
      </p:sp>
      <p:pic>
        <p:nvPicPr>
          <p:cNvPr id="75" name="" descr=""/>
          <p:cNvPicPr/>
          <p:nvPr/>
        </p:nvPicPr>
        <p:blipFill>
          <a:blip r:embed="rId1"/>
          <a:stretch/>
        </p:blipFill>
        <p:spPr>
          <a:xfrm>
            <a:off x="5208120" y="1620000"/>
            <a:ext cx="4331520" cy="2879640"/>
          </a:xfrm>
          <a:prstGeom prst="rect">
            <a:avLst/>
          </a:prstGeom>
          <a:noFill/>
          <a:ln w="0">
            <a:noFill/>
          </a:ln>
        </p:spPr>
      </p:pic>
      <p:sp>
        <p:nvSpPr>
          <p:cNvPr id="4" name="PlaceHolder 3"/>
          <p:cNvSpPr>
            <a:spLocks noGrp="1"/>
          </p:cNvSpPr>
          <p:nvPr>
            <p:ph type="sldNum" idx="3"/>
          </p:nvPr>
        </p:nvSpPr>
        <p:spPr/>
        <p:txBody>
          <a:bodyPr/>
          <a:p>
            <a:fld id="{02D80F18-8B04-4AB9-8B77-D85D2E23F0CE}"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type="title"/>
          </p:nvPr>
        </p:nvSpPr>
        <p:spPr>
          <a:xfrm>
            <a:off x="360000" y="165960"/>
            <a:ext cx="9358200" cy="50472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Terminals</a:t>
            </a:r>
            <a:endParaRPr b="0" lang="en-IN" sz="3300" strike="noStrike" u="none">
              <a:solidFill>
                <a:srgbClr val="000000"/>
              </a:solidFill>
              <a:effectLst/>
              <a:uFillTx/>
              <a:latin typeface="Arial"/>
            </a:endParaRPr>
          </a:p>
        </p:txBody>
      </p:sp>
      <p:sp>
        <p:nvSpPr>
          <p:cNvPr id="77" name="PlaceHolder 2"/>
          <p:cNvSpPr>
            <a:spLocks noGrp="1"/>
          </p:cNvSpPr>
          <p:nvPr>
            <p:ph/>
          </p:nvPr>
        </p:nvSpPr>
        <p:spPr>
          <a:xfrm>
            <a:off x="360360" y="900360"/>
            <a:ext cx="9358200" cy="3598200"/>
          </a:xfrm>
          <a:prstGeom prst="rect">
            <a:avLst/>
          </a:prstGeom>
          <a:noFill/>
          <a:ln w="0">
            <a:noFill/>
          </a:ln>
        </p:spPr>
        <p:txBody>
          <a:bodyPr lIns="0" rIns="0" tIns="0" bIns="0" anchor="t">
            <a:noAutofit/>
          </a:bodyPr>
          <a:p>
            <a:pPr marL="720000" indent="-324000">
              <a:lnSpc>
                <a:spcPct val="100000"/>
              </a:lnSpc>
              <a:spcBef>
                <a:spcPts val="1191"/>
              </a:spcBef>
              <a:spcAft>
                <a:spcPts val="992"/>
              </a:spcAft>
              <a:buClr>
                <a:srgbClr val="77caee"/>
              </a:buClr>
              <a:buSzPct val="45000"/>
              <a:buFont typeface="Wingdings" charset="2"/>
              <a:buChar char=""/>
            </a:pPr>
            <a:r>
              <a:rPr b="0" lang="en-IN" sz="1050" strike="noStrike" u="none">
                <a:solidFill>
                  <a:srgbClr val="000000"/>
                </a:solidFill>
                <a:effectLst/>
                <a:uFillTx/>
                <a:latin typeface="Arial"/>
              </a:rPr>
              <a:t>There are 3 types of terminal symbols, where parser terminates if it matches the symbols and also these are also the leaf nodes or bottom most nodes</a:t>
            </a:r>
            <a:endParaRPr b="0" lang="en-IN" sz="1050" strike="noStrike" u="none">
              <a:solidFill>
                <a:srgbClr val="000000"/>
              </a:solidFill>
              <a:effectLst/>
              <a:uFillTx/>
              <a:latin typeface="Arial"/>
            </a:endParaRPr>
          </a:p>
          <a:p>
            <a:pPr marL="720000" indent="-324000">
              <a:lnSpc>
                <a:spcPct val="100000"/>
              </a:lnSpc>
              <a:spcBef>
                <a:spcPts val="1191"/>
              </a:spcBef>
              <a:spcAft>
                <a:spcPts val="992"/>
              </a:spcAft>
              <a:buClr>
                <a:srgbClr val="77caee"/>
              </a:buClr>
              <a:buSzPct val="45000"/>
              <a:buFont typeface="Wingdings" charset="2"/>
              <a:buChar char=""/>
            </a:pPr>
            <a:r>
              <a:rPr b="0" lang="en-IN" sz="1050" strike="noStrike" u="none">
                <a:solidFill>
                  <a:srgbClr val="000000"/>
                </a:solidFill>
                <a:effectLst/>
                <a:uFillTx/>
                <a:latin typeface="Arial"/>
              </a:rPr>
              <a:t>primary_expression: there are the identifiers i.e  integer constants , float constants, octals, variable names, strings, literals etc. </a:t>
            </a:r>
            <a:endParaRPr b="0" lang="en-IN" sz="1050" strike="noStrike" u="none">
              <a:solidFill>
                <a:srgbClr val="000000"/>
              </a:solidFill>
              <a:effectLst/>
              <a:uFillTx/>
              <a:latin typeface="Arial"/>
            </a:endParaRPr>
          </a:p>
          <a:p>
            <a:pPr marL="720000" indent="-324000">
              <a:lnSpc>
                <a:spcPct val="100000"/>
              </a:lnSpc>
              <a:spcBef>
                <a:spcPts val="1191"/>
              </a:spcBef>
              <a:spcAft>
                <a:spcPts val="992"/>
              </a:spcAft>
              <a:buClr>
                <a:srgbClr val="77caee"/>
              </a:buClr>
              <a:buSzPct val="45000"/>
              <a:buFont typeface="Wingdings" charset="2"/>
              <a:buChar char=""/>
            </a:pPr>
            <a:r>
              <a:rPr b="0" lang="en-IN" sz="1050" strike="noStrike" u="none">
                <a:solidFill>
                  <a:srgbClr val="000000"/>
                </a:solidFill>
                <a:effectLst/>
                <a:uFillTx/>
                <a:latin typeface="Arial"/>
              </a:rPr>
              <a:t>unary-expression: there are the unary operators such as ++, --, &amp;, ~, !, sizeof etc. </a:t>
            </a:r>
            <a:endParaRPr b="0" lang="en-IN" sz="1050" strike="noStrike" u="none">
              <a:solidFill>
                <a:srgbClr val="000000"/>
              </a:solidFill>
              <a:effectLst/>
              <a:uFillTx/>
              <a:latin typeface="Arial"/>
            </a:endParaRPr>
          </a:p>
          <a:p>
            <a:pPr marL="720000" indent="-324000">
              <a:lnSpc>
                <a:spcPct val="100000"/>
              </a:lnSpc>
              <a:spcBef>
                <a:spcPts val="1191"/>
              </a:spcBef>
              <a:spcAft>
                <a:spcPts val="992"/>
              </a:spcAft>
              <a:buClr>
                <a:srgbClr val="77caee"/>
              </a:buClr>
              <a:buSzPct val="45000"/>
              <a:buFont typeface="Wingdings" charset="2"/>
              <a:buChar char=""/>
            </a:pPr>
            <a:r>
              <a:rPr b="0" lang="en-IN" sz="1050" strike="noStrike" u="none">
                <a:solidFill>
                  <a:srgbClr val="000000"/>
                </a:solidFill>
                <a:effectLst/>
                <a:uFillTx/>
                <a:latin typeface="Arial"/>
              </a:rPr>
              <a:t>postfix-expression: there are arrays operator ‘[‘ ‘]’, function caller, structure member operators, post increment or post decrement operators </a:t>
            </a:r>
            <a:br>
              <a:rPr sz="1000"/>
            </a:br>
            <a:r>
              <a:rPr b="0" lang="en-IN" sz="1000" strike="noStrike" u="none">
                <a:solidFill>
                  <a:srgbClr val="000000"/>
                </a:solidFill>
                <a:effectLst/>
                <a:uFillTx/>
                <a:latin typeface="Arial"/>
              </a:rPr>
              <a:t> </a:t>
            </a:r>
            <a:endParaRPr b="0" lang="en-IN" sz="1000" strike="noStrike" u="none">
              <a:solidFill>
                <a:srgbClr val="000000"/>
              </a:solidFill>
              <a:effectLst/>
              <a:uFillTx/>
              <a:latin typeface="Arial"/>
            </a:endParaRPr>
          </a:p>
          <a:p>
            <a:pPr marL="720000" indent="0">
              <a:lnSpc>
                <a:spcPct val="100000"/>
              </a:lnSpc>
              <a:spcBef>
                <a:spcPts val="1191"/>
              </a:spcBef>
              <a:spcAft>
                <a:spcPts val="992"/>
              </a:spcAft>
              <a:buNone/>
              <a:tabLst>
                <a:tab algn="l" pos="0"/>
              </a:tabLst>
            </a:pP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C3AC36E3-B08F-4078-B816-5FC89F45A914}"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type="title"/>
          </p:nvPr>
        </p:nvSpPr>
        <p:spPr>
          <a:xfrm>
            <a:off x="360000" y="165960"/>
            <a:ext cx="9358200" cy="50472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Halting problem</a:t>
            </a:r>
            <a:endParaRPr b="0" lang="en-IN" sz="3300" strike="noStrike" u="none">
              <a:solidFill>
                <a:srgbClr val="000000"/>
              </a:solidFill>
              <a:effectLst/>
              <a:uFillTx/>
              <a:latin typeface="Arial"/>
            </a:endParaRPr>
          </a:p>
        </p:txBody>
      </p:sp>
      <p:sp>
        <p:nvSpPr>
          <p:cNvPr id="79" name="PlaceHolder 2"/>
          <p:cNvSpPr>
            <a:spLocks noGrp="1"/>
          </p:cNvSpPr>
          <p:nvPr>
            <p:ph/>
          </p:nvPr>
        </p:nvSpPr>
        <p:spPr>
          <a:xfrm>
            <a:off x="360000" y="1080000"/>
            <a:ext cx="9358200" cy="3598200"/>
          </a:xfrm>
          <a:prstGeom prst="rect">
            <a:avLst/>
          </a:prstGeom>
          <a:noFill/>
          <a:ln w="0">
            <a:noFill/>
          </a:ln>
        </p:spPr>
        <p:txBody>
          <a:bodyPr lIns="0" rIns="0" tIns="0" bIns="0" anchor="t">
            <a:noAutofit/>
          </a:bodyPr>
          <a:p>
            <a:pPr marL="720000" indent="-324000">
              <a:lnSpc>
                <a:spcPct val="100000"/>
              </a:lnSpc>
              <a:spcBef>
                <a:spcPts val="1191"/>
              </a:spcBef>
              <a:spcAft>
                <a:spcPts val="992"/>
              </a:spcAft>
              <a:buClr>
                <a:srgbClr val="77caee"/>
              </a:buClr>
              <a:buSzPct val="45000"/>
              <a:buFont typeface="Wingdings" charset="2"/>
              <a:buChar char=""/>
            </a:pPr>
            <a:r>
              <a:rPr b="0" lang="en-IN" sz="1000" strike="noStrike" u="none">
                <a:solidFill>
                  <a:srgbClr val="000000"/>
                </a:solidFill>
                <a:effectLst/>
                <a:uFillTx/>
                <a:latin typeface="Arial"/>
                <a:ea typeface="Microsoft YaHei"/>
              </a:rPr>
              <a:t>According to the grammar given in K&amp;R C, the parser will terminate at the bottom most nodes or leaf nodes specifically in </a:t>
            </a:r>
            <a:r>
              <a:rPr b="0" lang="en-IN" sz="1050" strike="noStrike" u="none">
                <a:solidFill>
                  <a:srgbClr val="000000"/>
                </a:solidFill>
                <a:effectLst/>
                <a:uFillTx/>
                <a:latin typeface="Arial"/>
                <a:ea typeface="Microsoft YaHei"/>
              </a:rPr>
              <a:t>primary_expression, unary-expression, or </a:t>
            </a:r>
            <a:r>
              <a:rPr b="0" lang="en-IN" sz="1000" strike="noStrike" u="none">
                <a:solidFill>
                  <a:srgbClr val="000000"/>
                </a:solidFill>
                <a:effectLst/>
                <a:uFillTx/>
                <a:latin typeface="Arial"/>
                <a:ea typeface="Microsoft YaHei"/>
              </a:rPr>
              <a:t> </a:t>
            </a:r>
            <a:r>
              <a:rPr b="0" lang="en-IN" sz="1050" strike="noStrike" u="none">
                <a:solidFill>
                  <a:srgbClr val="000000"/>
                </a:solidFill>
                <a:effectLst/>
                <a:uFillTx/>
                <a:latin typeface="Arial"/>
                <a:ea typeface="Microsoft YaHei"/>
              </a:rPr>
              <a:t>postfix-expression after doing a binary operation or ternary operation at max.</a:t>
            </a:r>
            <a:br>
              <a:rPr sz="1050"/>
            </a:br>
            <a:br>
              <a:rPr sz="1050"/>
            </a:br>
            <a:r>
              <a:rPr b="0" lang="en-IN" sz="1050" strike="noStrike" u="none">
                <a:solidFill>
                  <a:srgbClr val="000000"/>
                </a:solidFill>
                <a:effectLst/>
                <a:uFillTx/>
                <a:latin typeface="Arial"/>
                <a:ea typeface="Microsoft YaHei"/>
              </a:rPr>
              <a:t>Suppose this is a c syntax:-</a:t>
            </a:r>
            <a:br>
              <a:rPr sz="1050"/>
            </a:br>
            <a:br>
              <a:rPr sz="1050"/>
            </a:br>
            <a:r>
              <a:rPr b="0" lang="en-IN" sz="1050" strike="noStrike" u="none">
                <a:solidFill>
                  <a:srgbClr val="000000"/>
                </a:solidFill>
                <a:effectLst/>
                <a:highlight>
                  <a:srgbClr val="81d41a"/>
                </a:highlight>
                <a:uFillTx/>
                <a:latin typeface="Arial"/>
                <a:ea typeface="Microsoft YaHei"/>
              </a:rPr>
              <a:t>a++ + ++b</a:t>
            </a:r>
            <a:r>
              <a:rPr b="0" lang="en-IN" sz="1050" strike="noStrike" u="none">
                <a:solidFill>
                  <a:srgbClr val="000000"/>
                </a:solidFill>
                <a:effectLst/>
                <a:uFillTx/>
                <a:latin typeface="Arial"/>
                <a:ea typeface="Microsoft YaHei"/>
              </a:rPr>
              <a:t> - d</a:t>
            </a:r>
            <a:r>
              <a:rPr b="0" lang="en-IN" sz="1000" strike="noStrike" u="none">
                <a:solidFill>
                  <a:srgbClr val="000000"/>
                </a:solidFill>
                <a:effectLst/>
                <a:uFillTx/>
                <a:latin typeface="Arial"/>
                <a:ea typeface="Microsoft YaHei"/>
              </a:rPr>
              <a:t> </a:t>
            </a:r>
            <a:br>
              <a:rPr sz="1000"/>
            </a:br>
            <a:br>
              <a:rPr sz="1000"/>
            </a:br>
            <a:r>
              <a:rPr b="0" lang="en-IN" sz="1000" strike="noStrike" u="none">
                <a:solidFill>
                  <a:srgbClr val="000000"/>
                </a:solidFill>
                <a:effectLst/>
                <a:uFillTx/>
                <a:latin typeface="Arial"/>
                <a:ea typeface="Microsoft YaHei"/>
              </a:rPr>
              <a:t>so it will run till reading b, because additive-expression will be the last grammar to execute</a:t>
            </a:r>
            <a:br>
              <a:rPr sz="1000"/>
            </a:br>
            <a:r>
              <a:rPr b="0" lang="en-IN" sz="1000" strike="noStrike" u="none">
                <a:solidFill>
                  <a:srgbClr val="000000"/>
                </a:solidFill>
                <a:effectLst/>
                <a:uFillTx/>
                <a:latin typeface="Arial"/>
                <a:ea typeface="Microsoft YaHei"/>
              </a:rPr>
              <a:t>So the question is how can we make it to run until entire expression is not read completely, the simple solution is to put infinite recursion such that the bottom nodes can call the top-most node again, just before that we need to check whether lookahead symbol is ‘;’ or not, if ‘;’ is there then we can terminate</a:t>
            </a:r>
            <a:br>
              <a:rPr sz="1000"/>
            </a:br>
            <a:r>
              <a:rPr b="1" lang="en-IN" sz="1000" strike="noStrike" u="none">
                <a:solidFill>
                  <a:srgbClr val="000000"/>
                </a:solidFill>
                <a:effectLst/>
                <a:uFillTx/>
                <a:latin typeface="Arial"/>
                <a:ea typeface="Microsoft YaHei"/>
              </a:rPr>
              <a:t>unary-expression is the topmost among the </a:t>
            </a:r>
            <a:r>
              <a:rPr b="1" lang="en-IN" sz="1050" strike="noStrike" u="none">
                <a:solidFill>
                  <a:srgbClr val="000000"/>
                </a:solidFill>
                <a:effectLst/>
                <a:uFillTx/>
                <a:latin typeface="Arial"/>
                <a:ea typeface="Microsoft YaHei"/>
              </a:rPr>
              <a:t>primary_expression, unary-expression, or </a:t>
            </a:r>
            <a:r>
              <a:rPr b="1" lang="en-IN" sz="1000" strike="noStrike" u="none">
                <a:solidFill>
                  <a:srgbClr val="000000"/>
                </a:solidFill>
                <a:effectLst/>
                <a:uFillTx/>
                <a:latin typeface="Arial"/>
                <a:ea typeface="Microsoft YaHei"/>
              </a:rPr>
              <a:t> </a:t>
            </a:r>
            <a:r>
              <a:rPr b="1" lang="en-IN" sz="1050" strike="noStrike" u="none">
                <a:solidFill>
                  <a:srgbClr val="000000"/>
                </a:solidFill>
                <a:effectLst/>
                <a:uFillTx/>
                <a:latin typeface="Arial"/>
                <a:ea typeface="Microsoft YaHei"/>
              </a:rPr>
              <a:t>postfix-expression bottom most nodes, hence we have replaced “</a:t>
            </a:r>
            <a:r>
              <a:rPr b="1" lang="en-IN" sz="1000" strike="noStrike" u="none">
                <a:solidFill>
                  <a:srgbClr val="000000"/>
                </a:solidFill>
                <a:effectLst/>
                <a:uFillTx/>
                <a:latin typeface="Arial"/>
                <a:ea typeface="Microsoft YaHei"/>
              </a:rPr>
              <a:t>unary-expression” recursion with “expression” recursion call within unary-expression function.</a:t>
            </a:r>
            <a:br>
              <a:rPr sz="1000"/>
            </a:br>
            <a:br>
              <a:rPr sz="1000"/>
            </a:br>
            <a:r>
              <a:rPr b="0" lang="en-IN" sz="1000" strike="noStrike" u="none">
                <a:solidFill>
                  <a:srgbClr val="000000"/>
                </a:solidFill>
                <a:effectLst/>
                <a:uFillTx/>
                <a:latin typeface="Arial"/>
                <a:ea typeface="Microsoft YaHei"/>
              </a:rPr>
              <a:t>Modified ‘unary-expression’ grammar</a:t>
            </a:r>
            <a:br>
              <a:rPr sz="1000"/>
            </a:br>
            <a:br>
              <a:rPr sz="1000"/>
            </a:br>
            <a:r>
              <a:rPr b="0" lang="en-IN" sz="1000" strike="noStrike" u="none">
                <a:solidFill>
                  <a:srgbClr val="000000"/>
                </a:solidFill>
                <a:effectLst/>
                <a:uFillTx/>
                <a:latin typeface="Arial"/>
                <a:ea typeface="Microsoft YaHei"/>
              </a:rPr>
              <a:t> unary-expression:</a:t>
            </a:r>
            <a:br>
              <a:rPr sz="1000"/>
            </a:br>
            <a:r>
              <a:rPr b="0" lang="en-IN" sz="1000" strike="noStrike" u="none">
                <a:solidFill>
                  <a:srgbClr val="000000"/>
                </a:solidFill>
                <a:effectLst/>
                <a:uFillTx/>
                <a:latin typeface="Arial"/>
                <a:ea typeface="Microsoft YaHei"/>
              </a:rPr>
              <a:t>postfix-expression</a:t>
            </a:r>
            <a:br>
              <a:rPr sz="1000"/>
            </a:br>
            <a:r>
              <a:rPr b="0" lang="en-IN" sz="1000" strike="noStrike" u="none">
                <a:solidFill>
                  <a:srgbClr val="000000"/>
                </a:solidFill>
                <a:effectLst/>
                <a:uFillTx/>
                <a:latin typeface="Arial"/>
                <a:ea typeface="Microsoft YaHei"/>
              </a:rPr>
              <a:t>++ </a:t>
            </a:r>
            <a:r>
              <a:rPr b="1" lang="en-IN" sz="1000" strike="noStrike" u="none">
                <a:solidFill>
                  <a:srgbClr val="000000"/>
                </a:solidFill>
                <a:effectLst/>
                <a:uFillTx/>
                <a:latin typeface="Arial"/>
                <a:ea typeface="Microsoft YaHei"/>
              </a:rPr>
              <a:t>expression</a:t>
            </a:r>
            <a:r>
              <a:rPr b="0" lang="en-IN" sz="1000" strike="noStrike" u="none">
                <a:solidFill>
                  <a:srgbClr val="000000"/>
                </a:solidFill>
                <a:effectLst/>
                <a:uFillTx/>
                <a:latin typeface="Arial"/>
                <a:ea typeface="Microsoft YaHei"/>
              </a:rPr>
              <a:t> </a:t>
            </a:r>
            <a:r>
              <a:rPr b="1" lang="en-IN" sz="1000" strike="noStrike" u="none">
                <a:solidFill>
                  <a:srgbClr val="000000"/>
                </a:solidFill>
                <a:effectLst/>
                <a:uFillTx/>
                <a:latin typeface="Arial"/>
                <a:ea typeface="Microsoft YaHei"/>
              </a:rPr>
              <a:t>// expression() is called for a infinite loop so that parser doesn't terminate until ‘;’</a:t>
            </a:r>
            <a:br>
              <a:rPr sz="1000"/>
            </a:br>
            <a:r>
              <a:rPr b="0" lang="en-IN" sz="1000" strike="noStrike" u="none">
                <a:solidFill>
                  <a:srgbClr val="000000"/>
                </a:solidFill>
                <a:effectLst/>
                <a:uFillTx/>
                <a:latin typeface="Arial"/>
                <a:ea typeface="Microsoft YaHei"/>
              </a:rPr>
              <a:t>-- </a:t>
            </a:r>
            <a:r>
              <a:rPr b="1" lang="en-IN" sz="1000" strike="noStrike" u="none">
                <a:solidFill>
                  <a:srgbClr val="000000"/>
                </a:solidFill>
                <a:effectLst/>
                <a:uFillTx/>
                <a:latin typeface="Arial"/>
                <a:ea typeface="Microsoft YaHei"/>
              </a:rPr>
              <a:t>expression</a:t>
            </a:r>
            <a:r>
              <a:rPr b="0" lang="en-IN" sz="1000" strike="noStrike" u="none">
                <a:solidFill>
                  <a:srgbClr val="000000"/>
                </a:solidFill>
                <a:effectLst/>
                <a:uFillTx/>
                <a:latin typeface="Arial"/>
                <a:ea typeface="Microsoft YaHei"/>
              </a:rPr>
              <a:t> </a:t>
            </a:r>
            <a:r>
              <a:rPr b="1" lang="en-IN" sz="1000" strike="noStrike" u="none">
                <a:solidFill>
                  <a:srgbClr val="000000"/>
                </a:solidFill>
                <a:effectLst/>
                <a:uFillTx/>
                <a:latin typeface="Arial"/>
                <a:ea typeface="Microsoft YaHei"/>
              </a:rPr>
              <a:t>// expression() is called for a infinite loop so that parser doesn't terminate until ‘;’</a:t>
            </a:r>
            <a:br>
              <a:rPr sz="1000"/>
            </a:br>
            <a:r>
              <a:rPr b="0" lang="en-IN" sz="1000" strike="noStrike" u="none">
                <a:solidFill>
                  <a:srgbClr val="000000"/>
                </a:solidFill>
                <a:effectLst/>
                <a:uFillTx/>
                <a:latin typeface="Arial"/>
                <a:ea typeface="Microsoft YaHei"/>
              </a:rPr>
              <a:t>unary-operator </a:t>
            </a:r>
            <a:r>
              <a:rPr b="1" lang="en-IN" sz="1000" strike="noStrike" u="none">
                <a:solidFill>
                  <a:srgbClr val="000000"/>
                </a:solidFill>
                <a:effectLst/>
                <a:uFillTx/>
                <a:latin typeface="Arial"/>
                <a:ea typeface="Microsoft YaHei"/>
              </a:rPr>
              <a:t>expression</a:t>
            </a:r>
            <a:r>
              <a:rPr b="0" lang="en-IN" sz="1000" strike="noStrike" u="none">
                <a:solidFill>
                  <a:srgbClr val="000000"/>
                </a:solidFill>
                <a:effectLst/>
                <a:uFillTx/>
                <a:latin typeface="Arial"/>
                <a:ea typeface="Microsoft YaHei"/>
              </a:rPr>
              <a:t> </a:t>
            </a:r>
            <a:r>
              <a:rPr b="1" lang="en-IN" sz="1000" strike="noStrike" u="none">
                <a:solidFill>
                  <a:srgbClr val="000000"/>
                </a:solidFill>
                <a:effectLst/>
                <a:uFillTx/>
                <a:latin typeface="Arial"/>
                <a:ea typeface="Microsoft YaHei"/>
              </a:rPr>
              <a:t>// expression() is called for a infinite loop so that parser doesn't terminate until ‘;’</a:t>
            </a:r>
            <a:br>
              <a:rPr sz="1000"/>
            </a:br>
            <a:r>
              <a:rPr b="0" lang="en-IN" sz="1000" strike="noStrike" u="none">
                <a:solidFill>
                  <a:srgbClr val="000000"/>
                </a:solidFill>
                <a:effectLst/>
                <a:uFillTx/>
                <a:latin typeface="Arial"/>
                <a:ea typeface="Microsoft YaHei"/>
              </a:rPr>
              <a:t>( type-name ) </a:t>
            </a:r>
            <a:r>
              <a:rPr b="1" lang="en-IN" sz="1000" strike="noStrike" u="none">
                <a:solidFill>
                  <a:srgbClr val="000000"/>
                </a:solidFill>
                <a:effectLst/>
                <a:uFillTx/>
                <a:latin typeface="Arial"/>
                <a:ea typeface="Microsoft YaHei"/>
              </a:rPr>
              <a:t>expression</a:t>
            </a:r>
            <a:r>
              <a:rPr b="0" lang="en-IN" sz="1000" strike="noStrike" u="none">
                <a:solidFill>
                  <a:srgbClr val="000000"/>
                </a:solidFill>
                <a:effectLst/>
                <a:uFillTx/>
                <a:latin typeface="Arial"/>
                <a:ea typeface="Microsoft YaHei"/>
              </a:rPr>
              <a:t> // cast-expression merged into unary-expression due to cyclic reference</a:t>
            </a:r>
            <a:br>
              <a:rPr sz="1000"/>
            </a:br>
            <a:r>
              <a:rPr b="0" lang="en-IN" sz="1000" strike="noStrike" u="none">
                <a:solidFill>
                  <a:srgbClr val="000000"/>
                </a:solidFill>
                <a:effectLst/>
                <a:uFillTx/>
                <a:latin typeface="Arial"/>
                <a:ea typeface="Microsoft YaHei"/>
              </a:rPr>
              <a:t>sizeof </a:t>
            </a:r>
            <a:r>
              <a:rPr b="1" lang="en-IN" sz="1000" strike="noStrike" u="none">
                <a:solidFill>
                  <a:srgbClr val="000000"/>
                </a:solidFill>
                <a:effectLst/>
                <a:uFillTx/>
                <a:latin typeface="Arial"/>
                <a:ea typeface="Microsoft YaHei"/>
              </a:rPr>
              <a:t>expression</a:t>
            </a:r>
            <a:br>
              <a:rPr sz="1000"/>
            </a:br>
            <a:r>
              <a:rPr b="0" lang="en-IN" sz="1000" strike="noStrike" u="none">
                <a:solidFill>
                  <a:srgbClr val="000000"/>
                </a:solidFill>
                <a:effectLst/>
                <a:uFillTx/>
                <a:latin typeface="Arial"/>
                <a:ea typeface="Microsoft YaHei"/>
              </a:rPr>
              <a:t>sizeof ( type-name )  </a:t>
            </a:r>
            <a:br>
              <a:rPr sz="1000"/>
            </a:br>
            <a:br>
              <a:rPr sz="1000"/>
            </a:br>
            <a:br>
              <a:rPr sz="1000"/>
            </a:br>
            <a:r>
              <a:rPr b="0" lang="en-IN" sz="1000" strike="noStrike" u="none">
                <a:solidFill>
                  <a:srgbClr val="000000"/>
                </a:solidFill>
                <a:effectLst/>
                <a:uFillTx/>
                <a:latin typeface="Arial"/>
                <a:ea typeface="Microsoft YaHei"/>
              </a:rPr>
              <a:t> </a:t>
            </a:r>
            <a:endParaRPr b="0" lang="en-IN" sz="1000" strike="noStrike" u="none">
              <a:solidFill>
                <a:srgbClr val="000000"/>
              </a:solidFill>
              <a:effectLst/>
              <a:uFillTx/>
              <a:latin typeface="Arial"/>
            </a:endParaRPr>
          </a:p>
          <a:p>
            <a:pPr marL="720000" indent="0">
              <a:lnSpc>
                <a:spcPct val="100000"/>
              </a:lnSpc>
              <a:spcBef>
                <a:spcPts val="1191"/>
              </a:spcBef>
              <a:spcAft>
                <a:spcPts val="992"/>
              </a:spcAft>
              <a:buNone/>
              <a:tabLst>
                <a:tab algn="l" pos="0"/>
              </a:tabLst>
            </a:pP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BED830A8-EEC8-4A1D-A823-C8EC26FA3882}" type="slidenum">
              <a:t>13</a:t>
            </a:fld>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type="title"/>
          </p:nvPr>
        </p:nvSpPr>
        <p:spPr>
          <a:xfrm>
            <a:off x="360000" y="165960"/>
            <a:ext cx="9358200" cy="50472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Tree Structure </a:t>
            </a:r>
            <a:endParaRPr b="0" lang="en-IN" sz="3300" strike="noStrike" u="none">
              <a:solidFill>
                <a:srgbClr val="000000"/>
              </a:solidFill>
              <a:effectLst/>
              <a:uFillTx/>
              <a:latin typeface="Arial"/>
            </a:endParaRPr>
          </a:p>
        </p:txBody>
      </p:sp>
      <p:sp>
        <p:nvSpPr>
          <p:cNvPr id="81" name="PlaceHolder 2"/>
          <p:cNvSpPr>
            <a:spLocks noGrp="1"/>
          </p:cNvSpPr>
          <p:nvPr>
            <p:ph/>
          </p:nvPr>
        </p:nvSpPr>
        <p:spPr>
          <a:xfrm>
            <a:off x="360000" y="1080000"/>
            <a:ext cx="9358200" cy="3598200"/>
          </a:xfrm>
          <a:prstGeom prst="rect">
            <a:avLst/>
          </a:prstGeom>
          <a:noFill/>
          <a:ln w="0">
            <a:noFill/>
          </a:ln>
        </p:spPr>
        <p:txBody>
          <a:bodyPr lIns="0" rIns="0" tIns="0" bIns="0" anchor="t">
            <a:noAutofit/>
          </a:bodyPr>
          <a:p>
            <a:pPr indent="0">
              <a:lnSpc>
                <a:spcPct val="100000"/>
              </a:lnSpc>
              <a:spcBef>
                <a:spcPts val="1417"/>
              </a:spcBef>
              <a:buNone/>
              <a:tabLst>
                <a:tab algn="l" pos="0"/>
              </a:tabLst>
            </a:pPr>
            <a:r>
              <a:rPr b="0" lang="en-IN" sz="1000" strike="noStrike" u="none">
                <a:solidFill>
                  <a:srgbClr val="000000"/>
                </a:solidFill>
                <a:effectLst/>
                <a:uFillTx/>
                <a:latin typeface="Arial"/>
                <a:ea typeface="Microsoft YaHei"/>
              </a:rPr>
              <a:t>According to the the tree structure , it is a ternary tree with 3 children at max. As ternary expression such as ‘?’ can be handled with 3 children, in case of if-else and </a:t>
            </a:r>
            <a:r>
              <a:rPr b="0" lang="en-IN" sz="1000" strike="noStrike" u="none">
                <a:solidFill>
                  <a:srgbClr val="000000"/>
                </a:solidFill>
                <a:effectLst/>
                <a:uFillTx/>
                <a:latin typeface="Arial"/>
                <a:ea typeface="Microsoft YaHei"/>
              </a:rPr>
              <a:t>switch we are breaking things into binary tree format, the 3</a:t>
            </a:r>
            <a:r>
              <a:rPr b="0" lang="en-IN" sz="1000" strike="noStrike" u="none" baseline="33000">
                <a:solidFill>
                  <a:srgbClr val="000000"/>
                </a:solidFill>
                <a:effectLst/>
                <a:uFillTx/>
                <a:latin typeface="Arial"/>
                <a:ea typeface="Microsoft YaHei"/>
              </a:rPr>
              <a:t>rd</a:t>
            </a:r>
            <a:r>
              <a:rPr b="0" lang="en-IN" sz="1000" strike="noStrike" u="none">
                <a:solidFill>
                  <a:srgbClr val="000000"/>
                </a:solidFill>
                <a:effectLst/>
                <a:uFillTx/>
                <a:latin typeface="Arial"/>
                <a:ea typeface="Microsoft YaHei"/>
              </a:rPr>
              <a:t> node in this case is NULL. In some case such as postfix-expression, the 3</a:t>
            </a:r>
            <a:r>
              <a:rPr b="0" lang="en-IN" sz="1000" strike="noStrike" u="none" baseline="33000">
                <a:solidFill>
                  <a:srgbClr val="000000"/>
                </a:solidFill>
                <a:effectLst/>
                <a:uFillTx/>
                <a:latin typeface="Arial"/>
                <a:ea typeface="Microsoft YaHei"/>
              </a:rPr>
              <a:t>rd</a:t>
            </a:r>
            <a:r>
              <a:rPr b="0" lang="en-IN" sz="1000" strike="noStrike" u="none">
                <a:solidFill>
                  <a:srgbClr val="000000"/>
                </a:solidFill>
                <a:effectLst/>
                <a:uFillTx/>
                <a:latin typeface="Arial"/>
                <a:ea typeface="Microsoft YaHei"/>
              </a:rPr>
              <a:t> node is for furthur </a:t>
            </a:r>
            <a:r>
              <a:rPr b="0" lang="en-IN" sz="1000" strike="noStrike" u="none">
                <a:solidFill>
                  <a:srgbClr val="000000"/>
                </a:solidFill>
                <a:effectLst/>
                <a:uFillTx/>
                <a:latin typeface="Arial"/>
                <a:ea typeface="Microsoft YaHei"/>
              </a:rPr>
              <a:t>recursion, in case of binary operation, the 1</a:t>
            </a:r>
            <a:r>
              <a:rPr b="0" lang="en-IN" sz="1000" strike="noStrike" u="none" baseline="33000">
                <a:solidFill>
                  <a:srgbClr val="000000"/>
                </a:solidFill>
                <a:effectLst/>
                <a:uFillTx/>
                <a:latin typeface="Arial"/>
                <a:ea typeface="Microsoft YaHei"/>
              </a:rPr>
              <a:t>st</a:t>
            </a:r>
            <a:r>
              <a:rPr b="0" lang="en-IN" sz="1000" strike="noStrike" u="none">
                <a:solidFill>
                  <a:srgbClr val="000000"/>
                </a:solidFill>
                <a:effectLst/>
                <a:uFillTx/>
                <a:latin typeface="Arial"/>
                <a:ea typeface="Microsoft YaHei"/>
              </a:rPr>
              <a:t> and 2</a:t>
            </a:r>
            <a:r>
              <a:rPr b="0" lang="en-IN" sz="1000" strike="noStrike" u="none" baseline="33000">
                <a:solidFill>
                  <a:srgbClr val="000000"/>
                </a:solidFill>
                <a:effectLst/>
                <a:uFillTx/>
                <a:latin typeface="Arial"/>
                <a:ea typeface="Microsoft YaHei"/>
              </a:rPr>
              <a:t>nd</a:t>
            </a:r>
            <a:r>
              <a:rPr b="0" lang="en-IN" sz="1000" strike="noStrike" u="none">
                <a:solidFill>
                  <a:srgbClr val="000000"/>
                </a:solidFill>
                <a:effectLst/>
                <a:uFillTx/>
                <a:latin typeface="Arial"/>
                <a:ea typeface="Microsoft YaHei"/>
              </a:rPr>
              <a:t> node will only be used and 3</a:t>
            </a:r>
            <a:r>
              <a:rPr b="0" lang="en-IN" sz="1000" strike="noStrike" u="none" baseline="33000">
                <a:solidFill>
                  <a:srgbClr val="000000"/>
                </a:solidFill>
                <a:effectLst/>
                <a:uFillTx/>
                <a:latin typeface="Arial"/>
                <a:ea typeface="Microsoft YaHei"/>
              </a:rPr>
              <a:t>rd</a:t>
            </a:r>
            <a:r>
              <a:rPr b="0" lang="en-IN" sz="1000" strike="noStrike" u="none">
                <a:solidFill>
                  <a:srgbClr val="000000"/>
                </a:solidFill>
                <a:effectLst/>
                <a:uFillTx/>
                <a:latin typeface="Arial"/>
                <a:ea typeface="Microsoft YaHei"/>
              </a:rPr>
              <a:t> node will be NULL.</a:t>
            </a:r>
            <a:br>
              <a:rPr sz="1000"/>
            </a:br>
            <a:br>
              <a:rPr sz="1000"/>
            </a:br>
            <a:r>
              <a:rPr b="0" lang="en-IN" sz="1000" strike="noStrike" u="none">
                <a:solidFill>
                  <a:srgbClr val="000000"/>
                </a:solidFill>
                <a:effectLst/>
                <a:uFillTx/>
                <a:latin typeface="Arial"/>
                <a:ea typeface="Microsoft YaHei"/>
              </a:rPr>
              <a:t>attrib union is for storing a single different datatypes of nodes such as operator, operand, integer constants etc., for distinguishing expression from statement or </a:t>
            </a:r>
            <a:r>
              <a:rPr b="0" lang="en-IN" sz="1000" strike="noStrike" u="none">
                <a:solidFill>
                  <a:srgbClr val="000000"/>
                </a:solidFill>
                <a:effectLst/>
                <a:uFillTx/>
                <a:latin typeface="Arial"/>
                <a:ea typeface="Microsoft YaHei"/>
              </a:rPr>
              <a:t>declaration we have Type union </a:t>
            </a:r>
            <a:br>
              <a:rPr sz="700"/>
            </a:br>
            <a:br>
              <a:rPr sz="700"/>
            </a:br>
            <a:br>
              <a:rPr sz="700"/>
            </a:br>
            <a:br>
              <a:rPr sz="700"/>
            </a:br>
            <a:r>
              <a:rPr b="0" lang="en-IN" sz="700" strike="noStrike" u="none">
                <a:solidFill>
                  <a:srgbClr val="0000ff"/>
                </a:solidFill>
                <a:effectLst/>
                <a:uFillTx/>
                <a:latin typeface="Cascadia Mono"/>
                <a:ea typeface="Cascadia Mono"/>
              </a:rPr>
              <a:t>struct</a:t>
            </a:r>
            <a:r>
              <a:rPr b="0" lang="en-IN" sz="700" strike="noStrike" u="none">
                <a:solidFill>
                  <a:srgbClr val="000000"/>
                </a:solidFill>
                <a:effectLst/>
                <a:uFillTx/>
                <a:latin typeface="Cascadia Mono"/>
                <a:ea typeface="Cascadia Mono"/>
              </a:rPr>
              <a:t> </a:t>
            </a:r>
            <a:r>
              <a:rPr b="0" lang="en-IN" sz="700" strike="noStrike" u="none">
                <a:solidFill>
                  <a:srgbClr val="2b91af"/>
                </a:solidFill>
                <a:effectLst/>
                <a:uFillTx/>
                <a:latin typeface="Cascadia Mono"/>
                <a:ea typeface="Cascadia Mono"/>
              </a:rPr>
              <a:t>Tree</a:t>
            </a:r>
            <a:br>
              <a:rPr sz="700"/>
            </a:br>
            <a:r>
              <a:rPr b="0" lang="en-IN" sz="700" strike="noStrike" u="none">
                <a:solidFill>
                  <a:srgbClr val="000000"/>
                </a:solidFill>
                <a:effectLst/>
                <a:uFillTx/>
                <a:latin typeface="Arial"/>
                <a:ea typeface="Cascadia Mono"/>
              </a:rPr>
              <a:t>{</a:t>
            </a:r>
            <a:br>
              <a:rPr sz="700"/>
            </a:br>
            <a:r>
              <a:rPr b="0" lang="en-IN" sz="700" strike="noStrike" u="none">
                <a:solidFill>
                  <a:srgbClr val="000000"/>
                </a:solidFill>
                <a:effectLst/>
                <a:uFillTx/>
                <a:latin typeface="Cascadia Mono"/>
                <a:ea typeface="Cascadia Mono"/>
              </a:rPr>
              <a:t>    </a:t>
            </a:r>
            <a:r>
              <a:rPr b="0" lang="en-IN" sz="700" strike="noStrike" u="none">
                <a:solidFill>
                  <a:srgbClr val="0000ff"/>
                </a:solidFill>
                <a:effectLst/>
                <a:uFillTx/>
                <a:latin typeface="Cascadia Mono"/>
                <a:ea typeface="Cascadia Mono"/>
              </a:rPr>
              <a:t>struct</a:t>
            </a:r>
            <a:r>
              <a:rPr b="0" lang="en-IN" sz="700" strike="noStrike" u="none">
                <a:solidFill>
                  <a:srgbClr val="000000"/>
                </a:solidFill>
                <a:effectLst/>
                <a:uFillTx/>
                <a:latin typeface="Cascadia Mono"/>
                <a:ea typeface="Cascadia Mono"/>
              </a:rPr>
              <a:t> </a:t>
            </a:r>
            <a:r>
              <a:rPr b="0" lang="en-IN" sz="700" strike="noStrike" u="none">
                <a:solidFill>
                  <a:srgbClr val="2b91af"/>
                </a:solidFill>
                <a:effectLst/>
                <a:uFillTx/>
                <a:latin typeface="Cascadia Mono"/>
                <a:ea typeface="Cascadia Mono"/>
              </a:rPr>
              <a:t>Tree</a:t>
            </a:r>
            <a:r>
              <a:rPr b="0" lang="en-IN" sz="700" strike="noStrike" u="none">
                <a:solidFill>
                  <a:srgbClr val="000000"/>
                </a:solidFill>
                <a:effectLst/>
                <a:uFillTx/>
                <a:latin typeface="Cascadia Mono"/>
                <a:ea typeface="Cascadia Mono"/>
              </a:rPr>
              <a:t>* child[</a:t>
            </a:r>
            <a:r>
              <a:rPr b="0" lang="en-IN" sz="700" strike="noStrike" u="none">
                <a:solidFill>
                  <a:srgbClr val="6f008a"/>
                </a:solidFill>
                <a:effectLst/>
                <a:uFillTx/>
                <a:latin typeface="Cascadia Mono"/>
                <a:ea typeface="Cascadia Mono"/>
              </a:rPr>
              <a:t>MAX_CHILD</a:t>
            </a:r>
            <a:r>
              <a:rPr b="0" lang="en-IN" sz="700" strike="noStrike" u="none">
                <a:solidFill>
                  <a:srgbClr val="000000"/>
                </a:solidFill>
                <a:effectLst/>
                <a:uFillTx/>
                <a:latin typeface="Cascadia Mono"/>
                <a:ea typeface="Cascadia Mono"/>
              </a:rPr>
              <a:t>];</a:t>
            </a:r>
            <a:br>
              <a:rPr sz="700"/>
            </a:br>
            <a:r>
              <a:rPr b="0" lang="en-IN" sz="700" strike="noStrike" u="none">
                <a:solidFill>
                  <a:srgbClr val="000000"/>
                </a:solidFill>
                <a:effectLst/>
                <a:uFillTx/>
                <a:latin typeface="Cascadia Mono"/>
                <a:ea typeface="Cascadia Mono"/>
              </a:rPr>
              <a:t>    </a:t>
            </a:r>
            <a:r>
              <a:rPr b="0" lang="en-IN" sz="700" strike="noStrike" u="none">
                <a:solidFill>
                  <a:srgbClr val="008000"/>
                </a:solidFill>
                <a:effectLst/>
                <a:uFillTx/>
                <a:latin typeface="Cascadia Mono"/>
                <a:ea typeface="Cascadia Mono"/>
              </a:rPr>
              <a:t>// need to add sibling for future</a:t>
            </a:r>
            <a:br>
              <a:rPr sz="700"/>
            </a:br>
            <a:r>
              <a:rPr b="0" lang="en-IN" sz="700" strike="noStrike" u="none">
                <a:solidFill>
                  <a:srgbClr val="000000"/>
                </a:solidFill>
                <a:effectLst/>
                <a:uFillTx/>
                <a:latin typeface="Cascadia Mono"/>
                <a:ea typeface="Cascadia Mono"/>
              </a:rPr>
              <a:t>    </a:t>
            </a:r>
            <a:r>
              <a:rPr b="0" lang="en-IN" sz="700" strike="noStrike" u="none">
                <a:solidFill>
                  <a:srgbClr val="2b91af"/>
                </a:solidFill>
                <a:effectLst/>
                <a:uFillTx/>
                <a:latin typeface="Cascadia Mono"/>
                <a:ea typeface="Cascadia Mono"/>
              </a:rPr>
              <a:t>NodeType</a:t>
            </a:r>
            <a:r>
              <a:rPr b="0" lang="en-IN" sz="700" strike="noStrike" u="none">
                <a:solidFill>
                  <a:srgbClr val="000000"/>
                </a:solidFill>
                <a:effectLst/>
                <a:uFillTx/>
                <a:latin typeface="Cascadia Mono"/>
                <a:ea typeface="Cascadia Mono"/>
              </a:rPr>
              <a:t> nodeType;</a:t>
            </a:r>
            <a:br>
              <a:rPr sz="700"/>
            </a:br>
            <a:r>
              <a:rPr b="0" lang="en-IN" sz="700" strike="noStrike" u="none">
                <a:solidFill>
                  <a:srgbClr val="000000"/>
                </a:solidFill>
                <a:effectLst/>
                <a:uFillTx/>
                <a:latin typeface="Cascadia Mono"/>
                <a:ea typeface="Cascadia Mono"/>
              </a:rPr>
              <a:t>    </a:t>
            </a:r>
            <a:r>
              <a:rPr b="0" lang="en-IN" sz="700" strike="noStrike" u="none">
                <a:solidFill>
                  <a:srgbClr val="0000ff"/>
                </a:solidFill>
                <a:effectLst/>
                <a:uFillTx/>
                <a:latin typeface="Cascadia Mono"/>
                <a:ea typeface="Cascadia Mono"/>
              </a:rPr>
              <a:t>union</a:t>
            </a:r>
            <a:r>
              <a:rPr b="0" lang="en-IN" sz="700" strike="noStrike" u="none">
                <a:solidFill>
                  <a:srgbClr val="000000"/>
                </a:solidFill>
                <a:effectLst/>
                <a:uFillTx/>
                <a:latin typeface="Cascadia Mono"/>
                <a:ea typeface="Cascadia Mono"/>
              </a:rPr>
              <a:t> {</a:t>
            </a:r>
            <a:br>
              <a:rPr sz="700"/>
            </a:br>
            <a:r>
              <a:rPr b="0" lang="en-IN" sz="700" strike="noStrike" u="none">
                <a:solidFill>
                  <a:srgbClr val="000000"/>
                </a:solidFill>
                <a:effectLst/>
                <a:uFillTx/>
                <a:latin typeface="Cascadia Mono"/>
                <a:ea typeface="Cascadia Mono"/>
              </a:rPr>
              <a:t>        </a:t>
            </a:r>
            <a:r>
              <a:rPr b="0" lang="en-IN" sz="700" strike="noStrike" u="none">
                <a:solidFill>
                  <a:srgbClr val="2b91af"/>
                </a:solidFill>
                <a:effectLst/>
                <a:uFillTx/>
                <a:latin typeface="Cascadia Mono"/>
                <a:ea typeface="Cascadia Mono"/>
              </a:rPr>
              <a:t>StmtType</a:t>
            </a:r>
            <a:r>
              <a:rPr b="0" lang="en-IN" sz="700" strike="noStrike" u="none">
                <a:solidFill>
                  <a:srgbClr val="000000"/>
                </a:solidFill>
                <a:effectLst/>
                <a:uFillTx/>
                <a:latin typeface="Cascadia Mono"/>
                <a:ea typeface="Cascadia Mono"/>
              </a:rPr>
              <a:t> stmt;</a:t>
            </a:r>
            <a:br>
              <a:rPr sz="700"/>
            </a:br>
            <a:r>
              <a:rPr b="0" lang="en-IN" sz="700" strike="noStrike" u="none">
                <a:solidFill>
                  <a:srgbClr val="000000"/>
                </a:solidFill>
                <a:effectLst/>
                <a:uFillTx/>
                <a:latin typeface="Cascadia Mono"/>
                <a:ea typeface="Cascadia Mono"/>
              </a:rPr>
              <a:t>        </a:t>
            </a:r>
            <a:r>
              <a:rPr b="0" lang="en-IN" sz="700" strike="noStrike" u="none">
                <a:solidFill>
                  <a:srgbClr val="2b91af"/>
                </a:solidFill>
                <a:effectLst/>
                <a:uFillTx/>
                <a:latin typeface="Cascadia Mono"/>
                <a:ea typeface="Cascadia Mono"/>
              </a:rPr>
              <a:t>ExpType</a:t>
            </a:r>
            <a:r>
              <a:rPr b="0" lang="en-IN" sz="700" strike="noStrike" u="none">
                <a:solidFill>
                  <a:srgbClr val="000000"/>
                </a:solidFill>
                <a:effectLst/>
                <a:uFillTx/>
                <a:latin typeface="Cascadia Mono"/>
                <a:ea typeface="Cascadia Mono"/>
              </a:rPr>
              <a:t> exp;</a:t>
            </a:r>
            <a:br>
              <a:rPr sz="700"/>
            </a:br>
            <a:r>
              <a:rPr b="0" lang="en-IN" sz="700" strike="noStrike" u="none">
                <a:solidFill>
                  <a:srgbClr val="000000"/>
                </a:solidFill>
                <a:effectLst/>
                <a:uFillTx/>
                <a:latin typeface="Cascadia Mono"/>
                <a:ea typeface="Cascadia Mono"/>
              </a:rPr>
              <a:t>    </a:t>
            </a:r>
            <a:r>
              <a:rPr b="0" lang="en-IN" sz="700" strike="noStrike" u="none">
                <a:solidFill>
                  <a:srgbClr val="000000"/>
                </a:solidFill>
                <a:effectLst/>
                <a:uFillTx/>
                <a:latin typeface="Arial"/>
                <a:ea typeface="Cascadia Mono"/>
              </a:rPr>
              <a:t>} Type;</a:t>
            </a:r>
            <a:br>
              <a:rPr sz="700"/>
            </a:br>
            <a:r>
              <a:rPr b="0" lang="en-IN" sz="700" strike="noStrike" u="none">
                <a:solidFill>
                  <a:srgbClr val="000000"/>
                </a:solidFill>
                <a:effectLst/>
                <a:uFillTx/>
                <a:latin typeface="Arial"/>
                <a:ea typeface="Cascadia Mono"/>
              </a:rPr>
              <a:t>       </a:t>
            </a:r>
            <a:r>
              <a:rPr b="0" lang="en-IN" sz="700" strike="noStrike" u="none">
                <a:solidFill>
                  <a:srgbClr val="0000ff"/>
                </a:solidFill>
                <a:effectLst/>
                <a:uFillTx/>
                <a:latin typeface="Cascadia Mono"/>
                <a:ea typeface="Cascadia Mono"/>
              </a:rPr>
              <a:t>union</a:t>
            </a:r>
            <a:r>
              <a:rPr b="0" lang="en-IN" sz="700" strike="noStrike" u="none">
                <a:solidFill>
                  <a:srgbClr val="000000"/>
                </a:solidFill>
                <a:effectLst/>
                <a:uFillTx/>
                <a:latin typeface="Cascadia Mono"/>
                <a:ea typeface="Cascadia Mono"/>
              </a:rPr>
              <a:t> {</a:t>
            </a:r>
            <a:br>
              <a:rPr sz="700"/>
            </a:br>
            <a:r>
              <a:rPr b="0" lang="en-IN" sz="700" strike="noStrike" u="none">
                <a:solidFill>
                  <a:srgbClr val="000000"/>
                </a:solidFill>
                <a:effectLst/>
                <a:uFillTx/>
                <a:latin typeface="Cascadia Mono"/>
                <a:ea typeface="Cascadia Mono"/>
              </a:rPr>
              <a:t>        </a:t>
            </a:r>
            <a:r>
              <a:rPr b="0" lang="en-IN" sz="700" strike="noStrike" u="none">
                <a:solidFill>
                  <a:srgbClr val="2b91af"/>
                </a:solidFill>
                <a:effectLst/>
                <a:uFillTx/>
                <a:latin typeface="Cascadia Mono"/>
                <a:ea typeface="Cascadia Mono"/>
              </a:rPr>
              <a:t>OpTokenType</a:t>
            </a:r>
            <a:r>
              <a:rPr b="0" lang="en-IN" sz="700" strike="noStrike" u="none">
                <a:solidFill>
                  <a:srgbClr val="000000"/>
                </a:solidFill>
                <a:effectLst/>
                <a:uFillTx/>
                <a:latin typeface="Cascadia Mono"/>
                <a:ea typeface="Cascadia Mono"/>
              </a:rPr>
              <a:t> op;</a:t>
            </a:r>
            <a:br>
              <a:rPr sz="700"/>
            </a:br>
            <a:r>
              <a:rPr b="0" lang="en-IN" sz="700" strike="noStrike" u="none">
                <a:solidFill>
                  <a:srgbClr val="000000"/>
                </a:solidFill>
                <a:effectLst/>
                <a:uFillTx/>
                <a:latin typeface="Cascadia Mono"/>
                <a:ea typeface="Cascadia Mono"/>
              </a:rPr>
              <a:t>        </a:t>
            </a:r>
            <a:r>
              <a:rPr b="0" lang="en-IN" sz="700" strike="noStrike" u="none">
                <a:solidFill>
                  <a:srgbClr val="2b91af"/>
                </a:solidFill>
                <a:effectLst/>
                <a:uFillTx/>
                <a:latin typeface="Cascadia Mono"/>
                <a:ea typeface="Cascadia Mono"/>
              </a:rPr>
              <a:t>OperandType</a:t>
            </a:r>
            <a:r>
              <a:rPr b="0" lang="en-IN" sz="700" strike="noStrike" u="none">
                <a:solidFill>
                  <a:srgbClr val="000000"/>
                </a:solidFill>
                <a:effectLst/>
                <a:uFillTx/>
                <a:latin typeface="Cascadia Mono"/>
                <a:ea typeface="Cascadia Mono"/>
              </a:rPr>
              <a:t> operd;</a:t>
            </a:r>
            <a:br>
              <a:rPr sz="700"/>
            </a:br>
            <a:r>
              <a:rPr b="0" lang="en-IN" sz="700" strike="noStrike" u="none">
                <a:solidFill>
                  <a:srgbClr val="000000"/>
                </a:solidFill>
                <a:effectLst/>
                <a:uFillTx/>
                <a:latin typeface="Cascadia Mono"/>
                <a:ea typeface="Cascadia Mono"/>
              </a:rPr>
              <a:t>        </a:t>
            </a:r>
            <a:r>
              <a:rPr b="0" lang="en-IN" sz="700" strike="noStrike" u="none">
                <a:solidFill>
                  <a:srgbClr val="2b91af"/>
                </a:solidFill>
                <a:effectLst/>
                <a:uFillTx/>
                <a:latin typeface="Cascadia Mono"/>
                <a:ea typeface="Cascadia Mono"/>
              </a:rPr>
              <a:t>string_t</a:t>
            </a:r>
            <a:r>
              <a:rPr b="0" lang="en-IN" sz="700" strike="noStrike" u="none">
                <a:solidFill>
                  <a:srgbClr val="000000"/>
                </a:solidFill>
                <a:effectLst/>
                <a:uFillTx/>
                <a:latin typeface="Cascadia Mono"/>
                <a:ea typeface="Cascadia Mono"/>
              </a:rPr>
              <a:t> operand;</a:t>
            </a:r>
            <a:br>
              <a:rPr sz="700"/>
            </a:br>
            <a:r>
              <a:rPr b="0" lang="en-IN" sz="700" strike="noStrike" u="none">
                <a:solidFill>
                  <a:srgbClr val="000000"/>
                </a:solidFill>
                <a:effectLst/>
                <a:uFillTx/>
                <a:latin typeface="Cascadia Mono"/>
                <a:ea typeface="Cascadia Mono"/>
              </a:rPr>
              <a:t>        </a:t>
            </a:r>
            <a:r>
              <a:rPr b="0" lang="en-IN" sz="700" strike="noStrike" u="none">
                <a:solidFill>
                  <a:srgbClr val="0000ff"/>
                </a:solidFill>
                <a:effectLst/>
                <a:uFillTx/>
                <a:latin typeface="Cascadia Mono"/>
                <a:ea typeface="Cascadia Mono"/>
              </a:rPr>
              <a:t>long</a:t>
            </a:r>
            <a:r>
              <a:rPr b="0" lang="en-IN" sz="700" strike="noStrike" u="none">
                <a:solidFill>
                  <a:srgbClr val="000000"/>
                </a:solidFill>
                <a:effectLst/>
                <a:uFillTx/>
                <a:latin typeface="Cascadia Mono"/>
                <a:ea typeface="Cascadia Mono"/>
              </a:rPr>
              <a:t> ival; </a:t>
            </a:r>
            <a:r>
              <a:rPr b="0" lang="en-IN" sz="700" strike="noStrike" u="none">
                <a:solidFill>
                  <a:srgbClr val="008000"/>
                </a:solidFill>
                <a:effectLst/>
                <a:uFillTx/>
                <a:latin typeface="Cascadia Mono"/>
                <a:ea typeface="Cascadia Mono"/>
              </a:rPr>
              <a:t>// for storing integer in decimal form</a:t>
            </a:r>
            <a:br>
              <a:rPr sz="700"/>
            </a:br>
            <a:r>
              <a:rPr b="0" lang="en-IN" sz="700" strike="noStrike" u="none">
                <a:solidFill>
                  <a:srgbClr val="008000"/>
                </a:solidFill>
                <a:effectLst/>
                <a:uFillTx/>
                <a:latin typeface="Cascadia Mono"/>
                <a:ea typeface="Cascadia Mono"/>
              </a:rPr>
              <a:t>        </a:t>
            </a:r>
            <a:r>
              <a:rPr b="0" lang="en-IN" sz="700" strike="noStrike" u="none">
                <a:solidFill>
                  <a:srgbClr val="0000ff"/>
                </a:solidFill>
                <a:effectLst/>
                <a:uFillTx/>
                <a:latin typeface="Cascadia Mono"/>
                <a:ea typeface="Cascadia Mono"/>
              </a:rPr>
              <a:t>double</a:t>
            </a:r>
            <a:r>
              <a:rPr b="0" lang="en-IN" sz="700" strike="noStrike" u="none">
                <a:solidFill>
                  <a:srgbClr val="000000"/>
                </a:solidFill>
                <a:effectLst/>
                <a:uFillTx/>
                <a:latin typeface="Cascadia Mono"/>
                <a:ea typeface="Cascadia Mono"/>
              </a:rPr>
              <a:t> fval;  </a:t>
            </a:r>
            <a:r>
              <a:rPr b="0" lang="en-IN" sz="700" strike="noStrike" u="none">
                <a:solidFill>
                  <a:srgbClr val="008000"/>
                </a:solidFill>
                <a:effectLst/>
                <a:uFillTx/>
                <a:latin typeface="Cascadia Mono"/>
                <a:ea typeface="Cascadia Mono"/>
              </a:rPr>
              <a:t>// for storing floating point number</a:t>
            </a:r>
            <a:br>
              <a:rPr sz="700"/>
            </a:br>
            <a:r>
              <a:rPr b="0" lang="en-IN" sz="700" strike="noStrike" u="none">
                <a:solidFill>
                  <a:srgbClr val="008000"/>
                </a:solidFill>
                <a:effectLst/>
                <a:uFillTx/>
                <a:latin typeface="Cascadia Mono"/>
                <a:ea typeface="Cascadia Mono"/>
              </a:rPr>
              <a:t>        </a:t>
            </a:r>
            <a:r>
              <a:rPr b="0" lang="en-IN" sz="700" strike="noStrike" u="none">
                <a:solidFill>
                  <a:srgbClr val="2b91af"/>
                </a:solidFill>
                <a:effectLst/>
                <a:uFillTx/>
                <a:latin typeface="Cascadia Mono"/>
                <a:ea typeface="Cascadia Mono"/>
              </a:rPr>
              <a:t>string_t</a:t>
            </a:r>
            <a:r>
              <a:rPr b="0" lang="en-IN" sz="700" strike="noStrike" u="none">
                <a:solidFill>
                  <a:srgbClr val="000000"/>
                </a:solidFill>
                <a:effectLst/>
                <a:uFillTx/>
                <a:latin typeface="Cascadia Mono"/>
                <a:ea typeface="Cascadia Mono"/>
              </a:rPr>
              <a:t> strval;  </a:t>
            </a:r>
            <a:r>
              <a:rPr b="0" lang="en-IN" sz="700" strike="noStrike" u="none">
                <a:solidFill>
                  <a:srgbClr val="008000"/>
                </a:solidFill>
                <a:effectLst/>
                <a:uFillTx/>
                <a:latin typeface="Cascadia Mono"/>
                <a:ea typeface="Cascadia Mono"/>
              </a:rPr>
              <a:t>// for storing string literal</a:t>
            </a:r>
            <a:br>
              <a:rPr sz="700"/>
            </a:br>
            <a:r>
              <a:rPr b="0" lang="en-IN" sz="700" strike="noStrike" u="none">
                <a:solidFill>
                  <a:srgbClr val="008000"/>
                </a:solidFill>
                <a:effectLst/>
                <a:uFillTx/>
                <a:latin typeface="Cascadia Mono"/>
                <a:ea typeface="Cascadia Mono"/>
              </a:rPr>
              <a:t>        </a:t>
            </a:r>
            <a:r>
              <a:rPr b="0" lang="en-IN" sz="700" strike="noStrike" u="none">
                <a:solidFill>
                  <a:srgbClr val="0000ff"/>
                </a:solidFill>
                <a:effectLst/>
                <a:uFillTx/>
                <a:latin typeface="Cascadia Mono"/>
                <a:ea typeface="Cascadia Mono"/>
              </a:rPr>
              <a:t>char</a:t>
            </a:r>
            <a:r>
              <a:rPr b="0" lang="en-IN" sz="700" strike="noStrike" u="none">
                <a:solidFill>
                  <a:srgbClr val="000000"/>
                </a:solidFill>
                <a:effectLst/>
                <a:uFillTx/>
                <a:latin typeface="Cascadia Mono"/>
                <a:ea typeface="Cascadia Mono"/>
              </a:rPr>
              <a:t> ch;  </a:t>
            </a:r>
            <a:r>
              <a:rPr b="0" lang="en-IN" sz="700" strike="noStrike" u="none">
                <a:solidFill>
                  <a:srgbClr val="008000"/>
                </a:solidFill>
                <a:effectLst/>
                <a:uFillTx/>
                <a:latin typeface="Cascadia Mono"/>
                <a:ea typeface="Cascadia Mono"/>
              </a:rPr>
              <a:t>// for storing a character</a:t>
            </a:r>
            <a:br>
              <a:rPr sz="700"/>
            </a:br>
            <a:r>
              <a:rPr b="0" lang="en-IN" sz="700" strike="noStrike" u="none">
                <a:solidFill>
                  <a:srgbClr val="008000"/>
                </a:solidFill>
                <a:effectLst/>
                <a:uFillTx/>
                <a:latin typeface="Cascadia Mono"/>
                <a:ea typeface="Cascadia Mono"/>
              </a:rPr>
              <a:t>    </a:t>
            </a:r>
            <a:r>
              <a:rPr b="0" lang="en-IN" sz="700" strike="noStrike" u="none">
                <a:solidFill>
                  <a:srgbClr val="000000"/>
                </a:solidFill>
                <a:effectLst/>
                <a:uFillTx/>
                <a:latin typeface="Arial"/>
                <a:ea typeface="Cascadia Mono"/>
              </a:rPr>
              <a:t>} attrib;</a:t>
            </a:r>
            <a:br>
              <a:rPr sz="700"/>
            </a:br>
            <a:r>
              <a:rPr b="0" lang="en-IN" sz="700" strike="noStrike" u="none">
                <a:solidFill>
                  <a:srgbClr val="000000"/>
                </a:solidFill>
                <a:effectLst/>
                <a:uFillTx/>
                <a:latin typeface="Arial"/>
                <a:ea typeface="Cascadia Mono"/>
              </a:rPr>
              <a:t>        </a:t>
            </a:r>
            <a:r>
              <a:rPr b="0" lang="en-IN" sz="700" strike="noStrike" u="none">
                <a:solidFill>
                  <a:srgbClr val="2b91af"/>
                </a:solidFill>
                <a:effectLst/>
                <a:uFillTx/>
                <a:latin typeface="Cascadia Mono"/>
                <a:ea typeface="Cascadia Mono"/>
              </a:rPr>
              <a:t>DclType</a:t>
            </a:r>
            <a:r>
              <a:rPr b="0" lang="en-IN" sz="700" strike="noStrike" u="none">
                <a:solidFill>
                  <a:srgbClr val="000000"/>
                </a:solidFill>
                <a:effectLst/>
                <a:uFillTx/>
                <a:latin typeface="Cascadia Mono"/>
                <a:ea typeface="Cascadia Mono"/>
              </a:rPr>
              <a:t> dType;     </a:t>
            </a:r>
            <a:r>
              <a:rPr b="0" lang="en-IN" sz="700" strike="noStrike" u="none">
                <a:solidFill>
                  <a:srgbClr val="008000"/>
                </a:solidFill>
                <a:effectLst/>
                <a:uFillTx/>
                <a:latin typeface="Cascadia Mono"/>
                <a:ea typeface="Cascadia Mono"/>
              </a:rPr>
              <a:t>// for future need to add var for typechecking</a:t>
            </a:r>
            <a:endParaRPr b="0" lang="en-IN" sz="700" strike="noStrike" u="none">
              <a:solidFill>
                <a:srgbClr val="000000"/>
              </a:solidFill>
              <a:effectLst/>
              <a:uFillTx/>
              <a:latin typeface="Arial"/>
            </a:endParaRPr>
          </a:p>
          <a:p>
            <a:pPr indent="0">
              <a:lnSpc>
                <a:spcPct val="100000"/>
              </a:lnSpc>
              <a:spcBef>
                <a:spcPts val="1417"/>
              </a:spcBef>
              <a:buNone/>
              <a:tabLst>
                <a:tab algn="l" pos="0"/>
              </a:tabLst>
            </a:pPr>
            <a:r>
              <a:rPr b="0" lang="en-IN" sz="700" strike="noStrike" u="none">
                <a:solidFill>
                  <a:srgbClr val="000000"/>
                </a:solidFill>
                <a:effectLst/>
                <a:uFillTx/>
                <a:latin typeface="Arial"/>
                <a:ea typeface="Cascadia Mono"/>
              </a:rPr>
              <a:t>};</a:t>
            </a:r>
            <a:endParaRPr b="0" lang="en-IN" sz="700" strike="noStrike" u="none">
              <a:solidFill>
                <a:srgbClr val="000000"/>
              </a:solidFill>
              <a:effectLst/>
              <a:uFillTx/>
              <a:latin typeface="Arial"/>
            </a:endParaRPr>
          </a:p>
          <a:p>
            <a:pPr marL="720000" indent="0">
              <a:lnSpc>
                <a:spcPct val="100000"/>
              </a:lnSpc>
              <a:spcBef>
                <a:spcPts val="1191"/>
              </a:spcBef>
              <a:spcAft>
                <a:spcPts val="992"/>
              </a:spcAft>
              <a:buNone/>
              <a:tabLst>
                <a:tab algn="l" pos="0"/>
              </a:tabLst>
            </a:pP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D883865D-16A4-482A-9007-666196BE8CEC}" type="slidenum">
              <a:t>14</a:t>
            </a:fld>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360000" y="165960"/>
            <a:ext cx="9358200" cy="50472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coding pattern</a:t>
            </a:r>
            <a:endParaRPr b="0" lang="en-IN" sz="3300" strike="noStrike" u="none">
              <a:solidFill>
                <a:srgbClr val="000000"/>
              </a:solidFill>
              <a:effectLst/>
              <a:uFillTx/>
              <a:latin typeface="Arial"/>
            </a:endParaRPr>
          </a:p>
        </p:txBody>
      </p:sp>
      <p:sp>
        <p:nvSpPr>
          <p:cNvPr id="83" name="PlaceHolder 2"/>
          <p:cNvSpPr>
            <a:spLocks noGrp="1"/>
          </p:cNvSpPr>
          <p:nvPr>
            <p:ph/>
          </p:nvPr>
        </p:nvSpPr>
        <p:spPr>
          <a:xfrm>
            <a:off x="360000" y="720720"/>
            <a:ext cx="9358200" cy="3598200"/>
          </a:xfrm>
          <a:prstGeom prst="rect">
            <a:avLst/>
          </a:prstGeom>
          <a:noFill/>
          <a:ln w="0">
            <a:noFill/>
          </a:ln>
        </p:spPr>
        <p:txBody>
          <a:bodyPr lIns="0" rIns="0" tIns="0" bIns="0" anchor="t">
            <a:noAutofit/>
          </a:bodyPr>
          <a:p>
            <a:pPr indent="0">
              <a:lnSpc>
                <a:spcPct val="100000"/>
              </a:lnSpc>
              <a:spcBef>
                <a:spcPts val="1191"/>
              </a:spcBef>
              <a:spcAft>
                <a:spcPts val="992"/>
              </a:spcAft>
              <a:buNone/>
              <a:tabLst>
                <a:tab algn="l" pos="0"/>
              </a:tabLst>
            </a:pPr>
            <a:br>
              <a:rPr sz="700"/>
            </a:br>
            <a:r>
              <a:rPr b="0" lang="en-IN" sz="800" strike="noStrike" u="none">
                <a:solidFill>
                  <a:srgbClr val="000000"/>
                </a:solidFill>
                <a:effectLst/>
                <a:uFillTx/>
                <a:latin typeface="Arial"/>
                <a:ea typeface="Microsoft YaHei"/>
              </a:rPr>
              <a:t>equality-expression:</a:t>
            </a:r>
            <a:br>
              <a:rPr sz="800"/>
            </a:br>
            <a:r>
              <a:rPr b="0" lang="en-IN" sz="800" strike="noStrike" u="none">
                <a:solidFill>
                  <a:srgbClr val="000000"/>
                </a:solidFill>
                <a:effectLst/>
                <a:uFillTx/>
                <a:latin typeface="Arial"/>
                <a:ea typeface="Microsoft YaHei"/>
              </a:rPr>
              <a:t>relational-expression</a:t>
            </a:r>
            <a:br>
              <a:rPr sz="800"/>
            </a:br>
            <a:r>
              <a:rPr b="0" lang="en-IN" sz="800" strike="noStrike" u="none">
                <a:solidFill>
                  <a:srgbClr val="000000"/>
                </a:solidFill>
                <a:effectLst/>
                <a:uFillTx/>
                <a:latin typeface="Arial"/>
                <a:ea typeface="Microsoft YaHei"/>
              </a:rPr>
              <a:t>relational-expression == equality-expression</a:t>
            </a:r>
            <a:br>
              <a:rPr sz="800"/>
            </a:br>
            <a:r>
              <a:rPr b="0" lang="en-IN" sz="800" strike="noStrike" u="none">
                <a:solidFill>
                  <a:srgbClr val="000000"/>
                </a:solidFill>
                <a:effectLst/>
                <a:uFillTx/>
                <a:latin typeface="Arial"/>
                <a:ea typeface="Microsoft YaHei"/>
              </a:rPr>
              <a:t>relational-expression != equality-expression </a:t>
            </a:r>
            <a:br>
              <a:rPr sz="800"/>
            </a:br>
            <a:br>
              <a:rPr sz="800"/>
            </a:br>
            <a:r>
              <a:rPr b="0" lang="en-IN" sz="800" strike="noStrike" u="none">
                <a:solidFill>
                  <a:srgbClr val="000000"/>
                </a:solidFill>
                <a:effectLst/>
                <a:uFillTx/>
                <a:latin typeface="Arial"/>
                <a:ea typeface="Microsoft YaHei"/>
              </a:rPr>
              <a:t>the C code for the above grammar is given below:-</a:t>
            </a:r>
            <a:r>
              <a:rPr b="0" lang="en-IN" sz="1000" strike="noStrike" u="none">
                <a:solidFill>
                  <a:srgbClr val="000000"/>
                </a:solidFill>
                <a:effectLst/>
                <a:uFillTx/>
                <a:latin typeface="Amiri"/>
                <a:ea typeface="Microsoft YaHei"/>
              </a:rPr>
              <a:t> </a:t>
            </a:r>
            <a:br>
              <a:rPr sz="700"/>
            </a:br>
            <a:br>
              <a:rPr sz="700"/>
            </a:br>
            <a:r>
              <a:rPr b="0" lang="en-IN" sz="700" strike="noStrike" u="none">
                <a:solidFill>
                  <a:srgbClr val="2b91af"/>
                </a:solidFill>
                <a:effectLst/>
                <a:uFillTx/>
                <a:latin typeface="Amiri"/>
                <a:ea typeface="Cascadia Mono"/>
              </a:rPr>
              <a:t>TreeNode</a:t>
            </a:r>
            <a:r>
              <a:rPr b="0" lang="en-IN" sz="700" strike="noStrike" u="none">
                <a:solidFill>
                  <a:srgbClr val="000000"/>
                </a:solidFill>
                <a:effectLst/>
                <a:uFillTx/>
                <a:latin typeface="Amiri"/>
                <a:ea typeface="Cascadia Mono"/>
              </a:rPr>
              <a:t>* equality_expression()</a:t>
            </a:r>
            <a:br>
              <a:rPr sz="700"/>
            </a:br>
            <a:r>
              <a:rPr b="0" lang="en-IN" sz="700" strike="noStrike" u="none">
                <a:solidFill>
                  <a:srgbClr val="000000"/>
                </a:solidFill>
                <a:effectLst/>
                <a:uFillTx/>
                <a:latin typeface="Amiri"/>
                <a:ea typeface="Cascadia Mono"/>
              </a:rPr>
              <a:t>{</a:t>
            </a:r>
            <a:br>
              <a:rPr sz="700"/>
            </a:br>
            <a:r>
              <a:rPr b="0" lang="en-IN" sz="700" strike="noStrike" u="none">
                <a:solidFill>
                  <a:srgbClr val="000000"/>
                </a:solidFill>
                <a:effectLst/>
                <a:uFillTx/>
                <a:latin typeface="Amiri"/>
                <a:ea typeface="Cascadia Mono"/>
              </a:rPr>
              <a:t>    </a:t>
            </a:r>
            <a:r>
              <a:rPr b="0" lang="en-IN" sz="700" strike="noStrike" u="none">
                <a:solidFill>
                  <a:srgbClr val="2b91af"/>
                </a:solidFill>
                <a:effectLst/>
                <a:uFillTx/>
                <a:latin typeface="Amiri"/>
                <a:ea typeface="Cascadia Mono"/>
              </a:rPr>
              <a:t>TreeNode</a:t>
            </a:r>
            <a:r>
              <a:rPr b="0" lang="en-IN" sz="700" strike="noStrike" u="none">
                <a:solidFill>
                  <a:srgbClr val="000000"/>
                </a:solidFill>
                <a:effectLst/>
                <a:uFillTx/>
                <a:latin typeface="Amiri"/>
                <a:ea typeface="Cascadia Mono"/>
              </a:rPr>
              <a:t>* t;</a:t>
            </a:r>
            <a:br>
              <a:rPr sz="700"/>
            </a:br>
            <a:r>
              <a:rPr b="0" lang="en-IN" sz="700" strike="noStrike" u="none">
                <a:solidFill>
                  <a:srgbClr val="000000"/>
                </a:solidFill>
                <a:effectLst/>
                <a:uFillTx/>
                <a:latin typeface="Amiri"/>
                <a:ea typeface="Cascadia Mono"/>
              </a:rPr>
              <a:t>    </a:t>
            </a:r>
            <a:r>
              <a:rPr b="0" lang="en-IN" sz="700" strike="noStrike" u="none">
                <a:solidFill>
                  <a:srgbClr val="2b91af"/>
                </a:solidFill>
                <a:effectLst/>
                <a:uFillTx/>
                <a:latin typeface="Amiri"/>
                <a:ea typeface="Cascadia Mono"/>
              </a:rPr>
              <a:t>TreeNode</a:t>
            </a:r>
            <a:r>
              <a:rPr b="0" lang="en-IN" sz="700" strike="noStrike" u="none">
                <a:solidFill>
                  <a:srgbClr val="000000"/>
                </a:solidFill>
                <a:effectLst/>
                <a:uFillTx/>
                <a:latin typeface="Amiri"/>
                <a:ea typeface="Cascadia Mono"/>
              </a:rPr>
              <a:t>* t2;</a:t>
            </a:r>
            <a:br>
              <a:rPr sz="700"/>
            </a:br>
            <a:r>
              <a:rPr b="0" lang="en-IN" sz="700" strike="noStrike" u="none">
                <a:solidFill>
                  <a:srgbClr val="000000"/>
                </a:solidFill>
                <a:effectLst/>
                <a:uFillTx/>
                <a:latin typeface="Amiri"/>
                <a:ea typeface="Cascadia Mono"/>
              </a:rPr>
              <a:t>    t = relational_expression();</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r>
              <a:rPr b="0" lang="en-IN" sz="700" strike="noStrike" u="none">
                <a:solidFill>
                  <a:srgbClr val="0000ff"/>
                </a:solidFill>
                <a:effectLst/>
                <a:uFillTx/>
                <a:latin typeface="Amiri"/>
                <a:ea typeface="Cascadia Mono"/>
              </a:rPr>
              <a:t>int</a:t>
            </a:r>
            <a:r>
              <a:rPr b="0" lang="en-IN" sz="700" strike="noStrike" u="none">
                <a:solidFill>
                  <a:srgbClr val="000000"/>
                </a:solidFill>
                <a:effectLst/>
                <a:uFillTx/>
                <a:latin typeface="Amiri"/>
                <a:ea typeface="Cascadia Mono"/>
              </a:rPr>
              <a:t> tok = getCurrentToken();</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r>
              <a:rPr b="0" lang="en-IN" sz="700" strike="noStrike" u="none">
                <a:solidFill>
                  <a:srgbClr val="0000ff"/>
                </a:solidFill>
                <a:effectLst/>
                <a:uFillTx/>
                <a:latin typeface="Amiri"/>
                <a:ea typeface="Cascadia Mono"/>
              </a:rPr>
              <a:t>if</a:t>
            </a:r>
            <a:r>
              <a:rPr b="0" lang="en-IN" sz="700" strike="noStrike" u="none">
                <a:solidFill>
                  <a:srgbClr val="000000"/>
                </a:solidFill>
                <a:effectLst/>
                <a:uFillTx/>
                <a:latin typeface="Amiri"/>
                <a:ea typeface="Cascadia Mono"/>
              </a:rPr>
              <a:t> (tok == </a:t>
            </a:r>
            <a:r>
              <a:rPr b="0" lang="en-IN" sz="700" strike="noStrike" u="none">
                <a:solidFill>
                  <a:srgbClr val="6f008a"/>
                </a:solidFill>
                <a:effectLst/>
                <a:uFillTx/>
                <a:latin typeface="Amiri"/>
                <a:ea typeface="Cascadia Mono"/>
              </a:rPr>
              <a:t>EQ_EQ_COND</a:t>
            </a:r>
            <a:r>
              <a:rPr b="0" lang="en-IN" sz="700" strike="noStrike" u="none">
                <a:solidFill>
                  <a:srgbClr val="000000"/>
                </a:solidFill>
                <a:effectLst/>
                <a:uFillTx/>
                <a:latin typeface="Amiri"/>
                <a:ea typeface="Cascadia Mono"/>
              </a:rPr>
              <a: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t2 = newExpNode(</a:t>
            </a:r>
            <a:r>
              <a:rPr b="0" lang="en-IN" sz="700" strike="noStrike" u="none">
                <a:solidFill>
                  <a:srgbClr val="2f4f4f"/>
                </a:solidFill>
                <a:effectLst/>
                <a:uFillTx/>
                <a:latin typeface="Amiri"/>
                <a:ea typeface="Cascadia Mono"/>
              </a:rPr>
              <a:t>OP</a:t>
            </a:r>
            <a:r>
              <a:rPr b="0" lang="en-IN" sz="700" strike="noStrike" u="none">
                <a:solidFill>
                  <a:srgbClr val="000000"/>
                </a:solidFill>
                <a:effectLst/>
                <a:uFillTx/>
                <a:latin typeface="Amiri"/>
                <a:ea typeface="Cascadia Mono"/>
              </a:rPr>
              <a: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t2-&gt;child[0] = 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t2-&gt;attrib.op = </a:t>
            </a:r>
            <a:r>
              <a:rPr b="0" lang="en-IN" sz="700" strike="noStrike" u="none">
                <a:solidFill>
                  <a:srgbClr val="2f4f4f"/>
                </a:solidFill>
                <a:effectLst/>
                <a:uFillTx/>
                <a:latin typeface="Amiri"/>
                <a:ea typeface="Cascadia Mono"/>
              </a:rPr>
              <a:t>OP_EQ</a:t>
            </a:r>
            <a:r>
              <a:rPr b="0" lang="en-IN" sz="700" strike="noStrike" u="none">
                <a:solidFill>
                  <a:srgbClr val="000000"/>
                </a:solidFill>
                <a:effectLst/>
                <a:uFillTx/>
                <a:latin typeface="Amiri"/>
                <a:ea typeface="Cascadia Mono"/>
              </a:rPr>
              <a: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t = t2;</a:t>
            </a:r>
            <a:endParaRPr b="0" lang="en-IN" sz="700" strike="noStrike" u="none">
              <a:solidFill>
                <a:srgbClr val="000000"/>
              </a:solidFill>
              <a:effectLst/>
              <a:uFillTx/>
              <a:latin typeface="Arial"/>
            </a:endParaRPr>
          </a:p>
          <a:p>
            <a:pPr indent="0">
              <a:lnSpc>
                <a:spcPct val="100000"/>
              </a:lnSpc>
              <a:buNone/>
              <a:tabLst>
                <a:tab algn="l" pos="0"/>
              </a:tabLst>
            </a:pP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r>
              <a:rPr b="0" lang="en-IN" sz="700" strike="noStrike" u="none">
                <a:solidFill>
                  <a:srgbClr val="6f008a"/>
                </a:solidFill>
                <a:effectLst/>
                <a:uFillTx/>
                <a:latin typeface="Amiri"/>
                <a:ea typeface="Cascadia Mono"/>
              </a:rPr>
              <a:t>checkEOF</a:t>
            </a:r>
            <a:r>
              <a:rPr b="0" lang="en-IN" sz="700" strike="noStrike" u="none">
                <a:solidFill>
                  <a:srgbClr val="000000"/>
                </a:solidFill>
                <a:effectLst/>
                <a:uFillTx/>
                <a:latin typeface="Amiri"/>
                <a:ea typeface="Cascadia Mono"/>
              </a:rPr>
              <a: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r>
              <a:rPr b="0" lang="en-IN" sz="700" strike="noStrike" u="none">
                <a:solidFill>
                  <a:srgbClr val="6f008a"/>
                </a:solidFill>
                <a:effectLst/>
                <a:uFillTx/>
                <a:latin typeface="Amiri"/>
                <a:ea typeface="Cascadia Mono"/>
              </a:rPr>
              <a:t>getNextToken</a:t>
            </a:r>
            <a:r>
              <a:rPr b="0" lang="en-IN" sz="700" strike="noStrike" u="none">
                <a:solidFill>
                  <a:srgbClr val="000000"/>
                </a:solidFill>
                <a:effectLst/>
                <a:uFillTx/>
                <a:latin typeface="Amiri"/>
                <a:ea typeface="Cascadia Mono"/>
              </a:rPr>
              <a: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t-&gt;child[1] = equality_expression();</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r>
              <a:rPr b="0" lang="en-IN" sz="700" strike="noStrike" u="none">
                <a:solidFill>
                  <a:srgbClr val="0000ff"/>
                </a:solidFill>
                <a:effectLst/>
                <a:uFillTx/>
                <a:latin typeface="Amiri"/>
                <a:ea typeface="Cascadia Mono"/>
              </a:rPr>
              <a:t>else</a:t>
            </a:r>
            <a:r>
              <a:rPr b="0" lang="en-IN" sz="700" strike="noStrike" u="none">
                <a:solidFill>
                  <a:srgbClr val="000000"/>
                </a:solidFill>
                <a:effectLst/>
                <a:uFillTx/>
                <a:latin typeface="Amiri"/>
                <a:ea typeface="Cascadia Mono"/>
              </a:rPr>
              <a:t> </a:t>
            </a:r>
            <a:r>
              <a:rPr b="0" lang="en-IN" sz="700" strike="noStrike" u="none">
                <a:solidFill>
                  <a:srgbClr val="0000ff"/>
                </a:solidFill>
                <a:effectLst/>
                <a:uFillTx/>
                <a:latin typeface="Amiri"/>
                <a:ea typeface="Cascadia Mono"/>
              </a:rPr>
              <a:t>if</a:t>
            </a:r>
            <a:r>
              <a:rPr b="0" lang="en-IN" sz="700" strike="noStrike" u="none">
                <a:solidFill>
                  <a:srgbClr val="000000"/>
                </a:solidFill>
                <a:effectLst/>
                <a:uFillTx/>
                <a:latin typeface="Amiri"/>
                <a:ea typeface="Cascadia Mono"/>
              </a:rPr>
              <a:t> (tok == </a:t>
            </a:r>
            <a:r>
              <a:rPr b="0" lang="en-IN" sz="700" strike="noStrike" u="none">
                <a:solidFill>
                  <a:srgbClr val="6f008a"/>
                </a:solidFill>
                <a:effectLst/>
                <a:uFillTx/>
                <a:latin typeface="Amiri"/>
                <a:ea typeface="Cascadia Mono"/>
              </a:rPr>
              <a:t>NOT_ASSIGN</a:t>
            </a:r>
            <a:r>
              <a:rPr b="0" lang="en-IN" sz="700" strike="noStrike" u="none">
                <a:solidFill>
                  <a:srgbClr val="000000"/>
                </a:solidFill>
                <a:effectLst/>
                <a:uFillTx/>
                <a:latin typeface="Amiri"/>
                <a:ea typeface="Cascadia Mono"/>
              </a:rPr>
              <a: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t2 = newExpNode(</a:t>
            </a:r>
            <a:r>
              <a:rPr b="0" lang="en-IN" sz="700" strike="noStrike" u="none">
                <a:solidFill>
                  <a:srgbClr val="2f4f4f"/>
                </a:solidFill>
                <a:effectLst/>
                <a:uFillTx/>
                <a:latin typeface="Amiri"/>
                <a:ea typeface="Cascadia Mono"/>
              </a:rPr>
              <a:t>OP</a:t>
            </a:r>
            <a:r>
              <a:rPr b="0" lang="en-IN" sz="700" strike="noStrike" u="none">
                <a:solidFill>
                  <a:srgbClr val="000000"/>
                </a:solidFill>
                <a:effectLst/>
                <a:uFillTx/>
                <a:latin typeface="Amiri"/>
                <a:ea typeface="Cascadia Mono"/>
              </a:rPr>
              <a: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t2-&gt;child[0] = 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t2-&gt;attrib.op = </a:t>
            </a:r>
            <a:r>
              <a:rPr b="0" lang="en-IN" sz="700" strike="noStrike" u="none">
                <a:solidFill>
                  <a:srgbClr val="2f4f4f"/>
                </a:solidFill>
                <a:effectLst/>
                <a:uFillTx/>
                <a:latin typeface="Amiri"/>
                <a:ea typeface="Cascadia Mono"/>
              </a:rPr>
              <a:t>OP_NOTEQ</a:t>
            </a:r>
            <a:r>
              <a:rPr b="0" lang="en-IN" sz="700" strike="noStrike" u="none">
                <a:solidFill>
                  <a:srgbClr val="000000"/>
                </a:solidFill>
                <a:effectLst/>
                <a:uFillTx/>
                <a:latin typeface="Amiri"/>
                <a:ea typeface="Cascadia Mono"/>
              </a:rPr>
              <a: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t = t2;</a:t>
            </a:r>
            <a:endParaRPr b="0" lang="en-IN" sz="700" strike="noStrike" u="none">
              <a:solidFill>
                <a:srgbClr val="000000"/>
              </a:solidFill>
              <a:effectLst/>
              <a:uFillTx/>
              <a:latin typeface="Arial"/>
            </a:endParaRPr>
          </a:p>
          <a:p>
            <a:pPr indent="0">
              <a:lnSpc>
                <a:spcPct val="100000"/>
              </a:lnSpc>
              <a:buNone/>
              <a:tabLst>
                <a:tab algn="l" pos="0"/>
              </a:tabLst>
            </a:pP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r>
              <a:rPr b="0" lang="en-IN" sz="700" strike="noStrike" u="none">
                <a:solidFill>
                  <a:srgbClr val="6f008a"/>
                </a:solidFill>
                <a:effectLst/>
                <a:uFillTx/>
                <a:latin typeface="Amiri"/>
                <a:ea typeface="Cascadia Mono"/>
              </a:rPr>
              <a:t>checkEOF</a:t>
            </a:r>
            <a:r>
              <a:rPr b="0" lang="en-IN" sz="700" strike="noStrike" u="none">
                <a:solidFill>
                  <a:srgbClr val="000000"/>
                </a:solidFill>
                <a:effectLst/>
                <a:uFillTx/>
                <a:latin typeface="Amiri"/>
                <a:ea typeface="Cascadia Mono"/>
              </a:rPr>
              <a: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r>
              <a:rPr b="0" lang="en-IN" sz="700" strike="noStrike" u="none">
                <a:solidFill>
                  <a:srgbClr val="6f008a"/>
                </a:solidFill>
                <a:effectLst/>
                <a:uFillTx/>
                <a:latin typeface="Amiri"/>
                <a:ea typeface="Cascadia Mono"/>
              </a:rPr>
              <a:t>getNextToken</a:t>
            </a:r>
            <a:r>
              <a:rPr b="0" lang="en-IN" sz="700" strike="noStrike" u="none">
                <a:solidFill>
                  <a:srgbClr val="000000"/>
                </a:solidFill>
                <a:effectLst/>
                <a:uFillTx/>
                <a:latin typeface="Amiri"/>
                <a:ea typeface="Cascadia Mono"/>
              </a:rPr>
              <a: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t-&gt;child[1] = equality_expression();</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    </a:t>
            </a:r>
            <a:r>
              <a:rPr b="0" lang="en-IN" sz="700" strike="noStrike" u="none">
                <a:solidFill>
                  <a:srgbClr val="0000ff"/>
                </a:solidFill>
                <a:effectLst/>
                <a:uFillTx/>
                <a:latin typeface="Amiri"/>
                <a:ea typeface="Cascadia Mono"/>
              </a:rPr>
              <a:t>return</a:t>
            </a:r>
            <a:r>
              <a:rPr b="0" lang="en-IN" sz="700" strike="noStrike" u="none">
                <a:solidFill>
                  <a:srgbClr val="000000"/>
                </a:solidFill>
                <a:effectLst/>
                <a:uFillTx/>
                <a:latin typeface="Amiri"/>
                <a:ea typeface="Cascadia Mono"/>
              </a:rPr>
              <a:t> t;</a:t>
            </a:r>
            <a:endParaRPr b="0" lang="en-IN" sz="700" strike="noStrike" u="none">
              <a:solidFill>
                <a:srgbClr val="000000"/>
              </a:solidFill>
              <a:effectLst/>
              <a:uFillTx/>
              <a:latin typeface="Arial"/>
            </a:endParaRPr>
          </a:p>
          <a:p>
            <a:pPr indent="0">
              <a:lnSpc>
                <a:spcPct val="100000"/>
              </a:lnSpc>
              <a:buNone/>
              <a:tabLst>
                <a:tab algn="l" pos="0"/>
              </a:tabLst>
            </a:pPr>
            <a:r>
              <a:rPr b="0" lang="en-IN" sz="700" strike="noStrike" u="none">
                <a:solidFill>
                  <a:srgbClr val="000000"/>
                </a:solidFill>
                <a:effectLst/>
                <a:uFillTx/>
                <a:latin typeface="Amiri"/>
                <a:ea typeface="Cascadia Mono"/>
              </a:rPr>
              <a:t>}</a:t>
            </a:r>
            <a:br>
              <a:rPr sz="1000"/>
            </a:br>
            <a:r>
              <a:rPr b="0" lang="en-IN" sz="1000" strike="noStrike" u="none">
                <a:solidFill>
                  <a:srgbClr val="000000"/>
                </a:solidFill>
                <a:effectLst/>
                <a:uFillTx/>
                <a:latin typeface="Amiri"/>
                <a:ea typeface="Cascadia Mono"/>
              </a:rPr>
              <a:t> </a:t>
            </a:r>
            <a:endParaRPr b="0" lang="en-IN" sz="1000" strike="noStrike" u="none">
              <a:solidFill>
                <a:srgbClr val="000000"/>
              </a:solidFill>
              <a:effectLst/>
              <a:uFillTx/>
              <a:latin typeface="Arial"/>
            </a:endParaRPr>
          </a:p>
          <a:p>
            <a:pPr marL="720000" indent="0">
              <a:lnSpc>
                <a:spcPct val="100000"/>
              </a:lnSpc>
              <a:buNone/>
              <a:tabLst>
                <a:tab algn="l" pos="0"/>
              </a:tabLst>
            </a:pP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10B01792-C8FB-40D3-A8D5-C5225FE9A1E4}" type="slidenum">
              <a:t>15</a:t>
            </a:fld>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360000" y="165960"/>
            <a:ext cx="9358200" cy="50472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Termination condition</a:t>
            </a:r>
            <a:endParaRPr b="0" lang="en-IN" sz="3300" strike="noStrike" u="none">
              <a:solidFill>
                <a:srgbClr val="000000"/>
              </a:solidFill>
              <a:effectLst/>
              <a:uFillTx/>
              <a:latin typeface="Arial"/>
            </a:endParaRPr>
          </a:p>
        </p:txBody>
      </p:sp>
      <p:sp>
        <p:nvSpPr>
          <p:cNvPr id="85" name="PlaceHolder 2"/>
          <p:cNvSpPr>
            <a:spLocks noGrp="1"/>
          </p:cNvSpPr>
          <p:nvPr>
            <p:ph/>
          </p:nvPr>
        </p:nvSpPr>
        <p:spPr>
          <a:xfrm>
            <a:off x="360000" y="720720"/>
            <a:ext cx="9358200" cy="3598200"/>
          </a:xfrm>
          <a:prstGeom prst="rect">
            <a:avLst/>
          </a:prstGeom>
          <a:noFill/>
          <a:ln w="0">
            <a:noFill/>
          </a:ln>
        </p:spPr>
        <p:txBody>
          <a:bodyPr lIns="0" rIns="0" tIns="0" bIns="0" anchor="t">
            <a:noAutofit/>
          </a:bodyPr>
          <a:p>
            <a:pPr indent="0">
              <a:lnSpc>
                <a:spcPct val="100000"/>
              </a:lnSpc>
              <a:buNone/>
              <a:tabLst>
                <a:tab algn="l" pos="0"/>
              </a:tabLst>
            </a:pPr>
            <a:br>
              <a:rPr sz="1000"/>
            </a:br>
            <a:r>
              <a:rPr b="0" lang="en-IN" sz="1000" strike="noStrike" u="none">
                <a:solidFill>
                  <a:srgbClr val="000000"/>
                </a:solidFill>
                <a:effectLst/>
                <a:uFillTx/>
                <a:latin typeface="Arial"/>
                <a:ea typeface="Microsoft YaHei"/>
              </a:rPr>
              <a:t>the part of C code for the primary-expression grammar is given below, in the code you can clearly see if we are getting lookahead as ‘;’ the we will goto the next token and return the current allocated tree, so we can’t add more elements to the expression tree</a:t>
            </a:r>
            <a:br>
              <a:rPr sz="1000"/>
            </a:br>
            <a:br>
              <a:rPr sz="1000"/>
            </a:br>
            <a:br>
              <a:rPr sz="1000"/>
            </a:br>
            <a:r>
              <a:rPr b="0" lang="en-IN" sz="950" strike="noStrike" u="none">
                <a:solidFill>
                  <a:srgbClr val="2b91af"/>
                </a:solidFill>
                <a:effectLst/>
                <a:uFillTx/>
                <a:latin typeface="Amiri"/>
                <a:ea typeface="Cascadia Mono"/>
              </a:rPr>
              <a:t>TreeNode</a:t>
            </a:r>
            <a:r>
              <a:rPr b="0" lang="en-IN" sz="950" strike="noStrike" u="none">
                <a:solidFill>
                  <a:srgbClr val="000000"/>
                </a:solidFill>
                <a:effectLst/>
                <a:uFillTx/>
                <a:latin typeface="Amiri"/>
                <a:ea typeface="Cascadia Mono"/>
              </a:rPr>
              <a:t>* primary_expression(</a:t>
            </a:r>
            <a:r>
              <a:rPr b="0" lang="en-IN" sz="950" strike="noStrike" u="none">
                <a:solidFill>
                  <a:srgbClr val="2b91af"/>
                </a:solidFill>
                <a:effectLst/>
                <a:uFillTx/>
                <a:latin typeface="Amiri"/>
                <a:ea typeface="Cascadia Mono"/>
              </a:rPr>
              <a:t>bool_t</a:t>
            </a:r>
            <a:r>
              <a:rPr b="0" lang="en-IN" sz="950" strike="noStrike" u="none">
                <a:solidFill>
                  <a:srgbClr val="000000"/>
                </a:solidFill>
                <a:effectLst/>
                <a:uFillTx/>
                <a:latin typeface="Amiri"/>
                <a:ea typeface="Cascadia Mono"/>
              </a:rPr>
              <a:t>* </a:t>
            </a:r>
            <a:r>
              <a:rPr b="0" lang="en-IN" sz="950" strike="noStrike" u="none">
                <a:solidFill>
                  <a:srgbClr val="808080"/>
                </a:solidFill>
                <a:effectLst/>
                <a:uFillTx/>
                <a:latin typeface="Amiri"/>
                <a:ea typeface="Cascadia Mono"/>
              </a:rPr>
              <a:t>IsPrim</a:t>
            </a:r>
            <a:r>
              <a:rPr b="0" lang="en-IN" sz="950" strike="noStrike" u="none">
                <a:solidFill>
                  <a:srgbClr val="000000"/>
                </a:solidFill>
                <a:effectLst/>
                <a:uFillTx/>
                <a:latin typeface="Amiri"/>
                <a:ea typeface="Cascadia Mono"/>
              </a:rPr>
              <a:t>)</a:t>
            </a:r>
            <a:endParaRPr b="0" lang="en-IN" sz="950" strike="noStrike" u="none">
              <a:solidFill>
                <a:srgbClr val="000000"/>
              </a:solidFill>
              <a:effectLst/>
              <a:uFillTx/>
              <a:latin typeface="Arial"/>
            </a:endParaRPr>
          </a:p>
          <a:p>
            <a:pPr indent="0">
              <a:lnSpc>
                <a:spcPct val="100000"/>
              </a:lnSpc>
              <a:buNone/>
              <a:tabLst>
                <a:tab algn="l" pos="0"/>
              </a:tabLst>
            </a:pPr>
            <a:r>
              <a:rPr b="0" lang="en-IN" sz="1000" strike="noStrike" u="none">
                <a:solidFill>
                  <a:srgbClr val="000000"/>
                </a:solidFill>
                <a:effectLst/>
                <a:uFillTx/>
                <a:latin typeface="Amiri"/>
                <a:ea typeface="Cascadia Mono"/>
              </a:rPr>
              <a:t>{</a:t>
            </a:r>
            <a:endParaRPr b="0" lang="en-IN" sz="1000" strike="noStrike" u="none">
              <a:solidFill>
                <a:srgbClr val="000000"/>
              </a:solidFill>
              <a:effectLst/>
              <a:uFillTx/>
              <a:latin typeface="Arial"/>
            </a:endParaRPr>
          </a:p>
          <a:p>
            <a:pPr indent="0">
              <a:lnSpc>
                <a:spcPct val="100000"/>
              </a:lnSpc>
              <a:buNone/>
              <a:tabLst>
                <a:tab algn="l" pos="0"/>
              </a:tabLst>
            </a:pPr>
            <a:r>
              <a:rPr b="0" lang="en-IN" sz="950" strike="noStrike" u="none">
                <a:solidFill>
                  <a:srgbClr val="000000"/>
                </a:solidFill>
                <a:effectLst/>
                <a:uFillTx/>
                <a:latin typeface="Amiri"/>
                <a:ea typeface="Cascadia Mono"/>
              </a:rPr>
              <a:t>    </a:t>
            </a:r>
            <a:r>
              <a:rPr b="0" lang="en-IN" sz="950" strike="noStrike" u="none">
                <a:solidFill>
                  <a:srgbClr val="2b91af"/>
                </a:solidFill>
                <a:effectLst/>
                <a:uFillTx/>
                <a:latin typeface="Amiri"/>
                <a:ea typeface="Cascadia Mono"/>
              </a:rPr>
              <a:t>TreeNode</a:t>
            </a:r>
            <a:r>
              <a:rPr b="0" lang="en-IN" sz="950" strike="noStrike" u="none">
                <a:solidFill>
                  <a:srgbClr val="000000"/>
                </a:solidFill>
                <a:effectLst/>
                <a:uFillTx/>
                <a:latin typeface="Amiri"/>
                <a:ea typeface="Cascadia Mono"/>
              </a:rPr>
              <a:t>* t = </a:t>
            </a:r>
            <a:r>
              <a:rPr b="0" lang="en-IN" sz="950" strike="noStrike" u="none">
                <a:solidFill>
                  <a:srgbClr val="6f008a"/>
                </a:solidFill>
                <a:effectLst/>
                <a:uFillTx/>
                <a:latin typeface="Amiri"/>
                <a:ea typeface="Cascadia Mono"/>
              </a:rPr>
              <a:t>NULL</a:t>
            </a:r>
            <a:r>
              <a:rPr b="0" lang="en-IN" sz="950" strike="noStrike" u="none">
                <a:solidFill>
                  <a:srgbClr val="000000"/>
                </a:solidFill>
                <a:effectLst/>
                <a:uFillTx/>
                <a:latin typeface="Amiri"/>
                <a:ea typeface="Cascadia Mono"/>
              </a:rPr>
              <a:t>;</a:t>
            </a:r>
            <a:endParaRPr b="0" lang="en-IN" sz="950" strike="noStrike" u="none">
              <a:solidFill>
                <a:srgbClr val="000000"/>
              </a:solidFill>
              <a:effectLst/>
              <a:uFillTx/>
              <a:latin typeface="Arial"/>
            </a:endParaRPr>
          </a:p>
          <a:p>
            <a:pPr indent="0">
              <a:lnSpc>
                <a:spcPct val="100000"/>
              </a:lnSpc>
              <a:buNone/>
              <a:tabLst>
                <a:tab algn="l" pos="0"/>
              </a:tabLst>
            </a:pPr>
            <a:r>
              <a:rPr b="0" lang="en-IN" sz="950" strike="noStrike" u="none">
                <a:solidFill>
                  <a:srgbClr val="000000"/>
                </a:solidFill>
                <a:effectLst/>
                <a:uFillTx/>
                <a:latin typeface="Amiri"/>
                <a:ea typeface="Cascadia Mono"/>
              </a:rPr>
              <a:t>    </a:t>
            </a:r>
            <a:r>
              <a:rPr b="0" lang="en-IN" sz="950" strike="noStrike" u="none">
                <a:solidFill>
                  <a:srgbClr val="0000ff"/>
                </a:solidFill>
                <a:effectLst/>
                <a:uFillTx/>
                <a:latin typeface="Amiri"/>
                <a:ea typeface="Cascadia Mono"/>
              </a:rPr>
              <a:t>int</a:t>
            </a:r>
            <a:r>
              <a:rPr b="0" lang="en-IN" sz="950" strike="noStrike" u="none">
                <a:solidFill>
                  <a:srgbClr val="000000"/>
                </a:solidFill>
                <a:effectLst/>
                <a:uFillTx/>
                <a:latin typeface="Amiri"/>
                <a:ea typeface="Cascadia Mono"/>
              </a:rPr>
              <a:t> offset = 0;</a:t>
            </a:r>
            <a:endParaRPr b="0" lang="en-IN" sz="950" strike="noStrike" u="none">
              <a:solidFill>
                <a:srgbClr val="000000"/>
              </a:solidFill>
              <a:effectLst/>
              <a:uFillTx/>
              <a:latin typeface="Arial"/>
            </a:endParaRPr>
          </a:p>
          <a:p>
            <a:pPr indent="0">
              <a:lnSpc>
                <a:spcPct val="100000"/>
              </a:lnSpc>
              <a:buNone/>
              <a:tabLst>
                <a:tab algn="l" pos="0"/>
              </a:tabLst>
            </a:pPr>
            <a:r>
              <a:rPr b="0" lang="en-IN" sz="950" strike="noStrike" u="none">
                <a:solidFill>
                  <a:srgbClr val="000000"/>
                </a:solidFill>
                <a:effectLst/>
                <a:uFillTx/>
                <a:latin typeface="Amiri"/>
                <a:ea typeface="Cascadia Mono"/>
              </a:rPr>
              <a:t>    </a:t>
            </a:r>
            <a:r>
              <a:rPr b="0" lang="en-IN" sz="950" strike="noStrike" u="none">
                <a:solidFill>
                  <a:srgbClr val="0000ff"/>
                </a:solidFill>
                <a:effectLst/>
                <a:uFillTx/>
                <a:latin typeface="Amiri"/>
                <a:ea typeface="Cascadia Mono"/>
              </a:rPr>
              <a:t>int</a:t>
            </a:r>
            <a:r>
              <a:rPr b="0" lang="en-IN" sz="950" strike="noStrike" u="none">
                <a:solidFill>
                  <a:srgbClr val="000000"/>
                </a:solidFill>
                <a:effectLst/>
                <a:uFillTx/>
                <a:latin typeface="Amiri"/>
                <a:ea typeface="Cascadia Mono"/>
              </a:rPr>
              <a:t> token = getCurrentToken();</a:t>
            </a:r>
            <a:br>
              <a:rPr sz="950"/>
            </a:br>
            <a:r>
              <a:rPr b="0" lang="en-IN" sz="950" strike="noStrike" u="none">
                <a:solidFill>
                  <a:srgbClr val="000000"/>
                </a:solidFill>
                <a:effectLst/>
                <a:uFillTx/>
                <a:latin typeface="Amiri"/>
                <a:ea typeface="Cascadia Mono"/>
              </a:rPr>
              <a:t>    ...</a:t>
            </a:r>
            <a:br>
              <a:rPr sz="950"/>
            </a:b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else</a:t>
            </a: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if</a:t>
            </a:r>
            <a:r>
              <a:rPr b="0" lang="en-IN" sz="900" strike="noStrike" u="none">
                <a:solidFill>
                  <a:srgbClr val="000000"/>
                </a:solidFill>
                <a:effectLst/>
                <a:uFillTx/>
                <a:latin typeface="Amiri"/>
                <a:ea typeface="Cascadia Mono"/>
              </a:rPr>
              <a:t> (token == </a:t>
            </a:r>
            <a:r>
              <a:rPr b="0" lang="en-IN" sz="900" strike="noStrike" u="none">
                <a:solidFill>
                  <a:srgbClr val="6f008a"/>
                </a:solidFill>
                <a:effectLst/>
                <a:uFillTx/>
                <a:latin typeface="Amiri"/>
                <a:ea typeface="Cascadia Mono"/>
              </a:rPr>
              <a:t>ID</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indent="0">
              <a:lnSpc>
                <a:spcPct val="100000"/>
              </a:lnSpc>
              <a:buNone/>
              <a:tabLst>
                <a:tab algn="l" pos="0"/>
              </a:tabLst>
            </a:pP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indent="0">
              <a:lnSpc>
                <a:spcPct val="100000"/>
              </a:lnSpc>
              <a:buNone/>
              <a:tabLst>
                <a:tab algn="l" pos="0"/>
              </a:tabLst>
            </a:pPr>
            <a:r>
              <a:rPr b="0" lang="en-IN" sz="900" strike="noStrike" u="none">
                <a:solidFill>
                  <a:srgbClr val="000000"/>
                </a:solidFill>
                <a:effectLst/>
                <a:uFillTx/>
                <a:latin typeface="Amiri"/>
                <a:ea typeface="Cascadia Mono"/>
              </a:rPr>
              <a:t>      t = newExpNode(</a:t>
            </a:r>
            <a:r>
              <a:rPr b="0" lang="en-IN" sz="900" strike="noStrike" u="none">
                <a:solidFill>
                  <a:srgbClr val="2f4f4f"/>
                </a:solidFill>
                <a:effectLst/>
                <a:uFillTx/>
                <a:latin typeface="Amiri"/>
                <a:ea typeface="Cascadia Mono"/>
              </a:rPr>
              <a:t>IDEN</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indent="0">
              <a:lnSpc>
                <a:spcPct val="100000"/>
              </a:lnSpc>
              <a:buNone/>
              <a:tabLst>
                <a:tab algn="l" pos="0"/>
              </a:tabLst>
            </a:pPr>
            <a:r>
              <a:rPr b="0" lang="en-IN" sz="900" strike="noStrike" u="none">
                <a:solidFill>
                  <a:srgbClr val="000000"/>
                </a:solidFill>
                <a:effectLst/>
                <a:uFillTx/>
                <a:latin typeface="Amiri"/>
                <a:ea typeface="Cascadia Mono"/>
              </a:rPr>
              <a:t>      *</a:t>
            </a:r>
            <a:r>
              <a:rPr b="0" lang="en-IN" sz="900" strike="noStrike" u="none">
                <a:solidFill>
                  <a:srgbClr val="808080"/>
                </a:solidFill>
                <a:effectLst/>
                <a:uFillTx/>
                <a:latin typeface="Amiri"/>
                <a:ea typeface="Cascadia Mono"/>
              </a:rPr>
              <a:t>IsPrim</a:t>
            </a:r>
            <a:r>
              <a:rPr b="0" lang="en-IN" sz="900" strike="noStrike" u="none">
                <a:solidFill>
                  <a:srgbClr val="000000"/>
                </a:solidFill>
                <a:effectLst/>
                <a:uFillTx/>
                <a:latin typeface="Amiri"/>
                <a:ea typeface="Cascadia Mono"/>
              </a:rPr>
              <a:t> = </a:t>
            </a:r>
            <a:r>
              <a:rPr b="0" lang="en-IN" sz="900" strike="noStrike" u="none">
                <a:solidFill>
                  <a:srgbClr val="2f4f4f"/>
                </a:solidFill>
                <a:effectLst/>
                <a:uFillTx/>
                <a:latin typeface="Amiri"/>
                <a:ea typeface="Cascadia Mono"/>
              </a:rPr>
              <a:t>True</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indent="0">
              <a:lnSpc>
                <a:spcPct val="100000"/>
              </a:lnSpc>
              <a:buNone/>
              <a:tabLst>
                <a:tab algn="l" pos="0"/>
              </a:tabLst>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if</a:t>
            </a:r>
            <a:r>
              <a:rPr b="0" lang="en-IN" sz="900" strike="noStrike" u="none">
                <a:solidFill>
                  <a:srgbClr val="000000"/>
                </a:solidFill>
                <a:effectLst/>
                <a:uFillTx/>
                <a:latin typeface="Amiri"/>
                <a:ea typeface="Cascadia Mono"/>
              </a:rPr>
              <a:t> (lookahead() == </a:t>
            </a:r>
            <a:r>
              <a:rPr b="0" lang="en-IN" sz="900" strike="noStrike" u="none">
                <a:solidFill>
                  <a:srgbClr val="a31515"/>
                </a:solidFill>
                <a:effectLst/>
                <a:uFillTx/>
                <a:latin typeface="Amiri"/>
                <a:ea typeface="Cascadia Mono"/>
              </a:rPr>
              <a:t>';'</a:t>
            </a:r>
            <a:r>
              <a:rPr b="0" lang="en-IN" sz="900" strike="noStrike" u="none">
                <a:solidFill>
                  <a:srgbClr val="000000"/>
                </a:solidFill>
                <a:effectLst/>
                <a:uFillTx/>
                <a:latin typeface="Amiri"/>
                <a:ea typeface="Cascadia Mono"/>
              </a:rPr>
              <a:t>) </a:t>
            </a:r>
            <a:r>
              <a:rPr b="0" lang="en-IN" sz="900" strike="noStrike" u="none">
                <a:solidFill>
                  <a:srgbClr val="000000"/>
                </a:solidFill>
                <a:effectLst/>
                <a:highlight>
                  <a:srgbClr val="ffffa6"/>
                </a:highlight>
                <a:uFillTx/>
                <a:latin typeface="Amiri"/>
                <a:ea typeface="Cascadia Mono"/>
              </a:rPr>
              <a:t>// Successful Termination condition</a:t>
            </a:r>
            <a:endParaRPr b="0" lang="en-IN" sz="900" strike="noStrike" u="none">
              <a:solidFill>
                <a:srgbClr val="000000"/>
              </a:solidFill>
              <a:effectLst/>
              <a:uFillTx/>
              <a:latin typeface="Arial"/>
            </a:endParaRPr>
          </a:p>
          <a:p>
            <a:pPr indent="0">
              <a:lnSpc>
                <a:spcPct val="100000"/>
              </a:lnSpc>
              <a:buNone/>
              <a:tabLst>
                <a:tab algn="l" pos="0"/>
              </a:tabLst>
            </a:pP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indent="0">
              <a:lnSpc>
                <a:spcPct val="100000"/>
              </a:lnSpc>
              <a:buNone/>
              <a:tabLst>
                <a:tab algn="l" pos="0"/>
              </a:tabLst>
            </a:pPr>
            <a:r>
              <a:rPr b="0" lang="en-IN" sz="900" strike="noStrike" u="none">
                <a:solidFill>
                  <a:srgbClr val="000000"/>
                </a:solidFill>
                <a:effectLst/>
                <a:uFillTx/>
                <a:latin typeface="Amiri"/>
                <a:ea typeface="Cascadia Mono"/>
              </a:rPr>
              <a:t>          </a:t>
            </a:r>
            <a:r>
              <a:rPr b="0" lang="en-IN" sz="900" strike="noStrike" u="none">
                <a:solidFill>
                  <a:srgbClr val="6f008a"/>
                </a:solidFill>
                <a:effectLst/>
                <a:uFillTx/>
                <a:latin typeface="Amiri"/>
                <a:ea typeface="Cascadia Mono"/>
              </a:rPr>
              <a:t>getNextToken</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indent="0">
              <a:lnSpc>
                <a:spcPct val="100000"/>
              </a:lnSpc>
              <a:buNone/>
              <a:tabLst>
                <a:tab algn="l" pos="0"/>
              </a:tabLst>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return</a:t>
            </a:r>
            <a:r>
              <a:rPr b="0" lang="en-IN" sz="900" strike="noStrike" u="none">
                <a:solidFill>
                  <a:srgbClr val="000000"/>
                </a:solidFill>
                <a:effectLst/>
                <a:uFillTx/>
                <a:latin typeface="Amiri"/>
                <a:ea typeface="Cascadia Mono"/>
              </a:rPr>
              <a:t> t;</a:t>
            </a:r>
            <a:endParaRPr b="0" lang="en-IN" sz="900" strike="noStrike" u="none">
              <a:solidFill>
                <a:srgbClr val="000000"/>
              </a:solidFill>
              <a:effectLst/>
              <a:uFillTx/>
              <a:latin typeface="Arial"/>
            </a:endParaRPr>
          </a:p>
          <a:p>
            <a:pPr indent="0">
              <a:lnSpc>
                <a:spcPct val="100000"/>
              </a:lnSpc>
              <a:buNone/>
              <a:tabLst>
                <a:tab algn="l" pos="0"/>
              </a:tabLst>
            </a:pPr>
            <a:r>
              <a:rPr b="0" lang="en-IN" sz="900" strike="noStrike" u="none">
                <a:solidFill>
                  <a:srgbClr val="000000"/>
                </a:solidFill>
                <a:effectLst/>
                <a:uFillTx/>
                <a:latin typeface="Amiri"/>
                <a:ea typeface="Cascadia Mono"/>
              </a:rPr>
              <a:t>      }</a:t>
            </a:r>
            <a:br>
              <a:rPr sz="900"/>
            </a:br>
            <a:r>
              <a:rPr b="0" lang="en-IN" sz="900" strike="noStrike" u="none">
                <a:solidFill>
                  <a:srgbClr val="000000"/>
                </a:solidFill>
                <a:effectLst/>
                <a:uFillTx/>
                <a:latin typeface="Amiri"/>
                <a:ea typeface="Cascadia Mono"/>
              </a:rPr>
              <a:t>       ...</a:t>
            </a:r>
            <a:br>
              <a:rPr sz="1000"/>
            </a:br>
            <a:r>
              <a:rPr b="0" lang="en-IN" sz="1000" strike="noStrike" u="none">
                <a:solidFill>
                  <a:srgbClr val="000000"/>
                </a:solidFill>
                <a:effectLst/>
                <a:uFillTx/>
                <a:latin typeface="Amiri"/>
                <a:ea typeface="Cascadia Mono"/>
              </a:rPr>
              <a:t>   </a:t>
            </a:r>
            <a:br>
              <a:rPr sz="1000"/>
            </a:br>
            <a:br>
              <a:rPr sz="1000"/>
            </a:br>
            <a:r>
              <a:rPr b="0" lang="en-IN" sz="1000" strike="noStrike" u="none">
                <a:solidFill>
                  <a:srgbClr val="000000"/>
                </a:solidFill>
                <a:effectLst/>
                <a:uFillTx/>
                <a:latin typeface="Amiri"/>
                <a:ea typeface="Cascadia Mono"/>
              </a:rPr>
              <a:t> </a:t>
            </a:r>
            <a:endParaRPr b="0" lang="en-IN" sz="1000" strike="noStrike" u="none">
              <a:solidFill>
                <a:srgbClr val="000000"/>
              </a:solidFill>
              <a:effectLst/>
              <a:uFillTx/>
              <a:latin typeface="Arial"/>
            </a:endParaRPr>
          </a:p>
          <a:p>
            <a:pPr marL="720000" indent="0">
              <a:lnSpc>
                <a:spcPct val="100000"/>
              </a:lnSpc>
              <a:buNone/>
              <a:tabLst>
                <a:tab algn="l" pos="0"/>
              </a:tabLst>
            </a:pPr>
            <a:endParaRPr b="0" lang="en-IN" sz="10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D735CBCA-BEBC-44D9-AB52-EE22BB7D06AA}" type="slidenum">
              <a:t>16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360000" y="165960"/>
            <a:ext cx="9358200" cy="50472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Termination condition</a:t>
            </a:r>
            <a:endParaRPr b="0" lang="en-IN" sz="3300" strike="noStrike" u="none">
              <a:solidFill>
                <a:srgbClr val="000000"/>
              </a:solidFill>
              <a:effectLst/>
              <a:uFillTx/>
              <a:latin typeface="Arial"/>
            </a:endParaRPr>
          </a:p>
        </p:txBody>
      </p:sp>
      <p:sp>
        <p:nvSpPr>
          <p:cNvPr id="87" name="PlaceHolder 2"/>
          <p:cNvSpPr>
            <a:spLocks noGrp="1"/>
          </p:cNvSpPr>
          <p:nvPr>
            <p:ph/>
          </p:nvPr>
        </p:nvSpPr>
        <p:spPr>
          <a:xfrm>
            <a:off x="360000" y="720720"/>
            <a:ext cx="9358200" cy="538560"/>
          </a:xfrm>
          <a:prstGeom prst="rect">
            <a:avLst/>
          </a:prstGeom>
          <a:noFill/>
          <a:ln w="0">
            <a:noFill/>
          </a:ln>
        </p:spPr>
        <p:txBody>
          <a:bodyPr lIns="0" rIns="0" tIns="0" bIns="0" anchor="t">
            <a:noAutofit/>
          </a:bodyPr>
          <a:p>
            <a:pPr indent="0">
              <a:lnSpc>
                <a:spcPct val="100000"/>
              </a:lnSpc>
              <a:buNone/>
              <a:tabLst>
                <a:tab algn="l" pos="0"/>
              </a:tabLst>
            </a:pPr>
            <a:br>
              <a:rPr sz="900"/>
            </a:br>
            <a:r>
              <a:rPr b="0" lang="en-IN" sz="900" strike="noStrike" u="none">
                <a:solidFill>
                  <a:srgbClr val="000000"/>
                </a:solidFill>
                <a:effectLst/>
                <a:uFillTx/>
                <a:latin typeface="Amiri"/>
                <a:ea typeface="Microsoft YaHei"/>
              </a:rPr>
              <a:t>the part of C code for the conditional_expression grammar is given below, in the code we are giving 2 different return values, for one condition if we have ‘?’ operator then we will return tree t because we are going to call more recursions such as t-&gt;child[1] = expression() or </a:t>
            </a:r>
            <a:r>
              <a:rPr b="0" lang="en-IN" sz="900" strike="noStrike" u="none">
                <a:solidFill>
                  <a:srgbClr val="000000"/>
                </a:solidFill>
                <a:effectLst/>
                <a:uFillTx/>
                <a:latin typeface="Amiri"/>
                <a:ea typeface="Cascadia Mono"/>
              </a:rPr>
              <a:t>t2-&gt;child[0] = conditional_expression() hence if we are returning at end of the function as t3 the treenode t maybe lost due to overwriting of t3(stack restoring) when returning from the inner recursion </a:t>
            </a:r>
            <a:r>
              <a:rPr b="0" lang="en-IN" sz="900" strike="noStrike" u="none">
                <a:solidFill>
                  <a:srgbClr val="000000"/>
                </a:solidFill>
                <a:effectLst/>
                <a:uFillTx/>
                <a:latin typeface="Amiri"/>
                <a:ea typeface="Microsoft YaHei"/>
              </a:rPr>
              <a:t>such as t-&gt;child[1] = expression() or </a:t>
            </a:r>
            <a:r>
              <a:rPr b="0" lang="en-IN" sz="900" strike="noStrike" u="none">
                <a:solidFill>
                  <a:srgbClr val="000000"/>
                </a:solidFill>
                <a:effectLst/>
                <a:uFillTx/>
                <a:latin typeface="Amiri"/>
                <a:ea typeface="Cascadia Mono"/>
              </a:rPr>
              <a:t>t2-&gt;child[0] = conditional_expression()  hence we need to return t as soon as possible, similar issue can be seen in unary_expression </a:t>
            </a:r>
            <a:br>
              <a:rPr sz="900"/>
            </a:br>
            <a:br>
              <a:rPr sz="900"/>
            </a:br>
            <a:endParaRPr b="0" lang="en-IN" sz="900" strike="noStrike" u="none">
              <a:solidFill>
                <a:srgbClr val="000000"/>
              </a:solidFill>
              <a:effectLst/>
              <a:uFillTx/>
              <a:latin typeface="Arial"/>
            </a:endParaRPr>
          </a:p>
          <a:p>
            <a:pPr indent="0">
              <a:lnSpc>
                <a:spcPct val="100000"/>
              </a:lnSpc>
              <a:buNone/>
              <a:tabLst>
                <a:tab algn="l" pos="0"/>
              </a:tabLst>
            </a:pPr>
            <a:br>
              <a:rPr sz="900"/>
            </a:br>
            <a:r>
              <a:rPr b="0" lang="en-IN" sz="900" strike="noStrike" u="none">
                <a:solidFill>
                  <a:srgbClr val="000000"/>
                </a:solidFill>
                <a:effectLst/>
                <a:uFillTx/>
                <a:latin typeface="Amiri"/>
                <a:ea typeface="Cascadia Mono"/>
              </a:rPr>
              <a:t>   </a:t>
            </a:r>
            <a:br>
              <a:rPr sz="900"/>
            </a:br>
            <a:br>
              <a:rPr sz="900"/>
            </a:b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marL="720000" indent="0">
              <a:lnSpc>
                <a:spcPct val="100000"/>
              </a:lnSpc>
              <a:buNone/>
              <a:tabLst>
                <a:tab algn="l" pos="0"/>
              </a:tabLst>
            </a:pPr>
            <a:endParaRPr b="0" lang="en-IN" sz="900" strike="noStrike" u="none">
              <a:solidFill>
                <a:srgbClr val="000000"/>
              </a:solidFill>
              <a:effectLst/>
              <a:uFillTx/>
              <a:latin typeface="Arial"/>
            </a:endParaRPr>
          </a:p>
        </p:txBody>
      </p:sp>
      <p:sp>
        <p:nvSpPr>
          <p:cNvPr id="88" name=""/>
          <p:cNvSpPr/>
          <p:nvPr/>
        </p:nvSpPr>
        <p:spPr>
          <a:xfrm>
            <a:off x="360000" y="1440000"/>
            <a:ext cx="4859280" cy="2428200"/>
          </a:xfrm>
          <a:prstGeom prst="rect">
            <a:avLst/>
          </a:prstGeom>
          <a:noFill/>
          <a:ln w="0">
            <a:noFill/>
          </a:ln>
        </p:spPr>
        <p:style>
          <a:lnRef idx="0"/>
          <a:fillRef idx="0"/>
          <a:effectRef idx="0"/>
          <a:fontRef idx="minor"/>
        </p:style>
        <p:txBody>
          <a:bodyPr lIns="90000" rIns="90000" tIns="45000" bIns="45000" anchor="t">
            <a:spAutoFit/>
          </a:bodyPr>
          <a:p>
            <a:pPr>
              <a:lnSpc>
                <a:spcPct val="100000"/>
              </a:lnSpc>
              <a:tabLst>
                <a:tab algn="l" pos="0"/>
              </a:tabLst>
            </a:pPr>
            <a:r>
              <a:rPr b="0" lang="en-IN" sz="900" strike="noStrike" u="none">
                <a:solidFill>
                  <a:srgbClr val="2b91af"/>
                </a:solidFill>
                <a:effectLst/>
                <a:uFillTx/>
                <a:latin typeface="Amiri"/>
                <a:ea typeface="Cascadia Mono"/>
              </a:rPr>
              <a:t>TreeNode</a:t>
            </a:r>
            <a:r>
              <a:rPr b="0" lang="en-IN" sz="900" strike="noStrike" u="none">
                <a:solidFill>
                  <a:srgbClr val="000000"/>
                </a:solidFill>
                <a:effectLst/>
                <a:uFillTx/>
                <a:latin typeface="Amiri"/>
                <a:ea typeface="Cascadia Mono"/>
              </a:rPr>
              <a:t>* conditional_expression()</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printf(</a:t>
            </a:r>
            <a:r>
              <a:rPr b="0" lang="en-IN" sz="900" strike="noStrike" u="none">
                <a:solidFill>
                  <a:srgbClr val="a31515"/>
                </a:solidFill>
                <a:effectLst/>
                <a:uFillTx/>
                <a:latin typeface="Amiri"/>
                <a:ea typeface="Cascadia Mono"/>
              </a:rPr>
              <a:t>"frame: %s tok:%d tok_str:%s\n"</a:t>
            </a:r>
            <a:r>
              <a:rPr b="0" lang="en-IN" sz="900" strike="noStrike" u="none">
                <a:solidFill>
                  <a:srgbClr val="000000"/>
                </a:solidFill>
                <a:effectLst/>
                <a:uFillTx/>
                <a:latin typeface="Amiri"/>
                <a:ea typeface="Cascadia Mono"/>
              </a:rPr>
              <a:t>, __func__, getCurrentToken(), getTokenString()-&gt;str);</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2b91af"/>
                </a:solidFill>
                <a:effectLst/>
                <a:uFillTx/>
                <a:latin typeface="Amiri"/>
                <a:ea typeface="Cascadia Mono"/>
              </a:rPr>
              <a:t>TreeNode</a:t>
            </a:r>
            <a:r>
              <a:rPr b="0" lang="en-IN" sz="900" strike="noStrike" u="none">
                <a:solidFill>
                  <a:srgbClr val="000000"/>
                </a:solidFill>
                <a:effectLst/>
                <a:uFillTx/>
                <a:latin typeface="Amiri"/>
                <a:ea typeface="Cascadia Mono"/>
              </a:rPr>
              <a:t>* t = </a:t>
            </a:r>
            <a:r>
              <a:rPr b="0" lang="en-IN" sz="900" strike="noStrike" u="none">
                <a:solidFill>
                  <a:srgbClr val="6f008a"/>
                </a:solidFill>
                <a:effectLst/>
                <a:uFillTx/>
                <a:latin typeface="Amiri"/>
                <a:ea typeface="Cascadia Mono"/>
              </a:rPr>
              <a:t>NULL</a:t>
            </a:r>
            <a:r>
              <a:rPr b="0" lang="en-IN" sz="900" strike="noStrike" u="none">
                <a:solidFill>
                  <a:srgbClr val="000000"/>
                </a:solidFill>
                <a:effectLst/>
                <a:uFillTx/>
                <a:latin typeface="Amiri"/>
                <a:ea typeface="Cascadia Mono"/>
              </a:rPr>
              <a:t>,*t2= </a:t>
            </a:r>
            <a:r>
              <a:rPr b="0" lang="en-IN" sz="900" strike="noStrike" u="none">
                <a:solidFill>
                  <a:srgbClr val="6f008a"/>
                </a:solidFill>
                <a:effectLst/>
                <a:uFillTx/>
                <a:latin typeface="Amiri"/>
                <a:ea typeface="Cascadia Mono"/>
              </a:rPr>
              <a:t>NULL</a:t>
            </a:r>
            <a:r>
              <a:rPr b="0" lang="en-IN" sz="900" strike="noStrike" u="none">
                <a:solidFill>
                  <a:srgbClr val="000000"/>
                </a:solidFill>
                <a:effectLst/>
                <a:uFillTx/>
                <a:latin typeface="Amiri"/>
                <a:ea typeface="Cascadia Mono"/>
              </a:rPr>
              <a:t>,*t3= </a:t>
            </a:r>
            <a:r>
              <a:rPr b="0" lang="en-IN" sz="900" strike="noStrike" u="none">
                <a:solidFill>
                  <a:srgbClr val="6f008a"/>
                </a:solidFill>
                <a:effectLst/>
                <a:uFillTx/>
                <a:latin typeface="Amiri"/>
                <a:ea typeface="Cascadia Mono"/>
              </a:rPr>
              <a:t>NULL</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t3 = logical_OR_expression();</a:t>
            </a:r>
            <a:endParaRPr b="0" lang="en-IN" sz="900" strike="noStrike" u="none">
              <a:solidFill>
                <a:srgbClr val="000000"/>
              </a:solidFill>
              <a:effectLst/>
              <a:uFillTx/>
              <a:latin typeface="Arial"/>
            </a:endParaRPr>
          </a:p>
          <a:p>
            <a:pPr>
              <a:lnSpc>
                <a:spcPct val="100000"/>
              </a:lnSpc>
              <a:tabLst>
                <a:tab algn="l" pos="0"/>
              </a:tabLst>
            </a:pP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008000"/>
                </a:solidFill>
                <a:effectLst/>
                <a:uFillTx/>
                <a:latin typeface="Amiri"/>
                <a:ea typeface="Cascadia Mono"/>
              </a:rPr>
              <a:t>//white_spaces();</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int</a:t>
            </a:r>
            <a:r>
              <a:rPr b="0" lang="en-IN" sz="900" strike="noStrike" u="none">
                <a:solidFill>
                  <a:srgbClr val="000000"/>
                </a:solidFill>
                <a:effectLst/>
                <a:uFillTx/>
                <a:latin typeface="Amiri"/>
                <a:ea typeface="Cascadia Mono"/>
              </a:rPr>
              <a:t> tok = getCurrentToken();</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if</a:t>
            </a:r>
            <a:r>
              <a:rPr b="0" lang="en-IN" sz="900" strike="noStrike" u="none">
                <a:solidFill>
                  <a:srgbClr val="000000"/>
                </a:solidFill>
                <a:effectLst/>
                <a:uFillTx/>
                <a:latin typeface="Amiri"/>
                <a:ea typeface="Cascadia Mono"/>
              </a:rPr>
              <a:t> (tok == </a:t>
            </a:r>
            <a:r>
              <a:rPr b="0" lang="en-IN" sz="900" strike="noStrike" u="none">
                <a:solidFill>
                  <a:srgbClr val="a31515"/>
                </a:solidFill>
                <a:effectLst/>
                <a:uFillTx/>
                <a:latin typeface="Amiri"/>
                <a:ea typeface="Cascadia Mono"/>
              </a:rPr>
              <a:t>'?'</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t = newStmtNode(</a:t>
            </a:r>
            <a:r>
              <a:rPr b="0" lang="en-IN" sz="900" strike="noStrike" u="none">
                <a:solidFill>
                  <a:srgbClr val="2f4f4f"/>
                </a:solidFill>
                <a:effectLst/>
                <a:uFillTx/>
                <a:latin typeface="Amiri"/>
                <a:ea typeface="Cascadia Mono"/>
              </a:rPr>
              <a:t>If</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t2 = newStmtNode(</a:t>
            </a:r>
            <a:r>
              <a:rPr b="0" lang="en-IN" sz="900" strike="noStrike" u="none">
                <a:solidFill>
                  <a:srgbClr val="2f4f4f"/>
                </a:solidFill>
                <a:effectLst/>
                <a:uFillTx/>
                <a:latin typeface="Amiri"/>
                <a:ea typeface="Cascadia Mono"/>
              </a:rPr>
              <a:t>Else</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t-&gt;child[0] = t3;</a:t>
            </a:r>
            <a:br>
              <a:rPr sz="900"/>
            </a:b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6f008a"/>
                </a:solidFill>
                <a:effectLst/>
                <a:uFillTx/>
                <a:latin typeface="Amiri"/>
                <a:ea typeface="Cascadia Mono"/>
              </a:rPr>
              <a:t>checkEOF</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6f008a"/>
                </a:solidFill>
                <a:effectLst/>
                <a:uFillTx/>
                <a:latin typeface="Amiri"/>
                <a:ea typeface="Cascadia Mono"/>
              </a:rPr>
              <a:t>getNextToken</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t-&gt;child[1] = expression();</a:t>
            </a:r>
            <a:endParaRPr b="0" lang="en-IN" sz="900" strike="noStrike" u="none">
              <a:solidFill>
                <a:srgbClr val="000000"/>
              </a:solidFill>
              <a:effectLst/>
              <a:uFillTx/>
              <a:latin typeface="Arial"/>
            </a:endParaRPr>
          </a:p>
        </p:txBody>
      </p:sp>
      <p:sp>
        <p:nvSpPr>
          <p:cNvPr id="89" name=""/>
          <p:cNvSpPr/>
          <p:nvPr/>
        </p:nvSpPr>
        <p:spPr>
          <a:xfrm>
            <a:off x="5400000" y="1620000"/>
            <a:ext cx="4319280" cy="22906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if</a:t>
            </a:r>
            <a:r>
              <a:rPr b="0" lang="en-IN" sz="900" strike="noStrike" u="none">
                <a:solidFill>
                  <a:srgbClr val="000000"/>
                </a:solidFill>
                <a:effectLst/>
                <a:uFillTx/>
                <a:latin typeface="Amiri"/>
                <a:ea typeface="Cascadia Mono"/>
              </a:rPr>
              <a:t> ((tok = getCurrentToken()) != </a:t>
            </a:r>
            <a:r>
              <a:rPr b="0" lang="en-IN" sz="900" strike="noStrike" u="none">
                <a:solidFill>
                  <a:srgbClr val="a31515"/>
                </a:solidFill>
                <a:effectLst/>
                <a:uFillTx/>
                <a:latin typeface="Amiri"/>
                <a:ea typeface="Cascadia Mono"/>
              </a:rPr>
              <a:t>':'</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printf(</a:t>
            </a:r>
            <a:r>
              <a:rPr b="0" lang="en-IN" sz="900" strike="noStrike" u="none">
                <a:solidFill>
                  <a:srgbClr val="a31515"/>
                </a:solidFill>
                <a:effectLst/>
                <a:uFillTx/>
                <a:latin typeface="Amiri"/>
                <a:ea typeface="Cascadia Mono"/>
              </a:rPr>
              <a:t>"error: expected ':' \n"</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6f008a"/>
                </a:solidFill>
                <a:effectLst/>
                <a:uFillTx/>
                <a:latin typeface="Amiri"/>
                <a:ea typeface="Cascadia Mono"/>
              </a:rPr>
              <a:t>_exit</a:t>
            </a:r>
            <a:r>
              <a:rPr b="0" lang="en-IN" sz="900" strike="noStrike" u="none">
                <a:solidFill>
                  <a:srgbClr val="000000"/>
                </a:solidFill>
                <a:effectLst/>
                <a:uFillTx/>
                <a:latin typeface="Amiri"/>
                <a:ea typeface="Cascadia Mono"/>
              </a:rPr>
              <a:t>(0);</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a:lnSpc>
                <a:spcPct val="100000"/>
              </a:lnSpc>
            </a:pP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6f008a"/>
                </a:solidFill>
                <a:effectLst/>
                <a:uFillTx/>
                <a:latin typeface="Amiri"/>
                <a:ea typeface="Cascadia Mono"/>
              </a:rPr>
              <a:t>checkEOF</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6f008a"/>
                </a:solidFill>
                <a:effectLst/>
                <a:uFillTx/>
                <a:latin typeface="Amiri"/>
                <a:ea typeface="Cascadia Mono"/>
              </a:rPr>
              <a:t>getNextToken</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t2-&gt;child[0] = conditional_expression();</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t-&gt;child[2] = t2;</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return</a:t>
            </a:r>
            <a:r>
              <a:rPr b="0" lang="en-IN" sz="900" strike="noStrike" u="none">
                <a:solidFill>
                  <a:srgbClr val="000000"/>
                </a:solidFill>
                <a:effectLst/>
                <a:uFillTx/>
                <a:latin typeface="Amiri"/>
                <a:ea typeface="Cascadia Mono"/>
              </a:rPr>
              <a:t> t;</a:t>
            </a:r>
            <a:endParaRPr b="0" lang="en-IN" sz="900" strike="noStrike" u="none">
              <a:solidFill>
                <a:srgbClr val="000000"/>
              </a:solidFill>
              <a:effectLst/>
              <a:uFillTx/>
              <a:latin typeface="Arial"/>
            </a:endParaRPr>
          </a:p>
          <a:p>
            <a:pPr>
              <a:lnSpc>
                <a:spcPct val="100000"/>
              </a:lnSpc>
            </a:pP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return</a:t>
            </a:r>
            <a:r>
              <a:rPr b="0" lang="en-IN" sz="900" strike="noStrike" u="none">
                <a:solidFill>
                  <a:srgbClr val="000000"/>
                </a:solidFill>
                <a:effectLst/>
                <a:uFillTx/>
                <a:latin typeface="Amiri"/>
                <a:ea typeface="Cascadia Mono"/>
              </a:rPr>
              <a:t> t3;</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p:txBody>
      </p:sp>
      <p:sp>
        <p:nvSpPr>
          <p:cNvPr id="4" name="PlaceHolder 3"/>
          <p:cNvSpPr>
            <a:spLocks noGrp="1"/>
          </p:cNvSpPr>
          <p:nvPr>
            <p:ph type="sldNum" idx="3"/>
          </p:nvPr>
        </p:nvSpPr>
        <p:spPr/>
        <p:txBody>
          <a:bodyPr/>
          <a:p>
            <a:fld id="{95138A3F-0BD1-431E-97B3-AE2B0541B0F6}" type="slidenum">
              <a:t>17</a:t>
            </a:fld>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360000" y="166680"/>
            <a:ext cx="9358200" cy="503280"/>
          </a:xfrm>
          <a:prstGeom prst="rect">
            <a:avLst/>
          </a:prstGeom>
          <a:noFill/>
          <a:ln w="0">
            <a:noFill/>
          </a:ln>
        </p:spPr>
        <p:txBody>
          <a:bodyPr lIns="0" rIns="0" tIns="0" bIns="0" anchor="ctr">
            <a:spAutoFit/>
          </a:bodyPr>
          <a:p>
            <a:pPr indent="0" algn="ctr">
              <a:lnSpc>
                <a:spcPct val="100000"/>
              </a:lnSpc>
              <a:buNone/>
              <a:tabLst>
                <a:tab algn="l" pos="0"/>
              </a:tabLst>
            </a:pPr>
            <a:r>
              <a:rPr b="0" lang="en-IN" sz="3300" strike="noStrike" u="none">
                <a:solidFill>
                  <a:srgbClr val="eeeeee"/>
                </a:solidFill>
                <a:effectLst/>
                <a:uFillTx/>
                <a:latin typeface="Arial"/>
              </a:rPr>
              <a:t>Expression parsing- Conflicts in Termination</a:t>
            </a:r>
            <a:endParaRPr b="0" lang="en-IN" sz="3300" strike="noStrike" u="none">
              <a:solidFill>
                <a:srgbClr val="000000"/>
              </a:solidFill>
              <a:effectLst/>
              <a:uFillTx/>
              <a:latin typeface="Arial"/>
            </a:endParaRPr>
          </a:p>
        </p:txBody>
      </p:sp>
      <p:sp>
        <p:nvSpPr>
          <p:cNvPr id="91" name="PlaceHolder 3"/>
          <p:cNvSpPr/>
          <p:nvPr/>
        </p:nvSpPr>
        <p:spPr>
          <a:xfrm>
            <a:off x="180000" y="657000"/>
            <a:ext cx="9719280" cy="5382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br>
              <a:rPr sz="1000"/>
            </a:br>
            <a:r>
              <a:rPr b="0" lang="en-IN" sz="1000" strike="noStrike" u="none">
                <a:solidFill>
                  <a:srgbClr val="000000"/>
                </a:solidFill>
                <a:effectLst/>
                <a:uFillTx/>
                <a:latin typeface="Arial"/>
                <a:ea typeface="Microsoft YaHei"/>
              </a:rPr>
              <a:t>There is a conflict for unary_expression to know the bottom node are postfix or primary expression based on which unary_expression can do it’s operation properly or else there will be conflict i.e. for </a:t>
            </a:r>
            <a:r>
              <a:rPr b="1" lang="en-IN" sz="1000" strike="noStrike" u="none">
                <a:solidFill>
                  <a:srgbClr val="000000"/>
                </a:solidFill>
                <a:effectLst/>
                <a:uFillTx/>
                <a:latin typeface="Arial"/>
                <a:ea typeface="Microsoft YaHei"/>
              </a:rPr>
              <a:t>++ </a:t>
            </a:r>
            <a:r>
              <a:rPr b="0" lang="en-IN" sz="1000" strike="noStrike" u="none">
                <a:solidFill>
                  <a:srgbClr val="000000"/>
                </a:solidFill>
                <a:effectLst/>
                <a:uFillTx/>
                <a:latin typeface="Arial"/>
                <a:ea typeface="Microsoft YaHei"/>
              </a:rPr>
              <a:t>operator</a:t>
            </a:r>
            <a:r>
              <a:rPr b="1" lang="en-IN" sz="1000" strike="noStrike" u="none">
                <a:solidFill>
                  <a:srgbClr val="000000"/>
                </a:solidFill>
                <a:effectLst/>
                <a:uFillTx/>
                <a:latin typeface="Arial"/>
                <a:ea typeface="Microsoft YaHei"/>
              </a:rPr>
              <a:t> </a:t>
            </a:r>
            <a:r>
              <a:rPr b="0" lang="en-IN" sz="1000" strike="noStrike" u="none">
                <a:solidFill>
                  <a:srgbClr val="000000"/>
                </a:solidFill>
                <a:effectLst/>
                <a:uFillTx/>
                <a:latin typeface="Arial"/>
                <a:ea typeface="Microsoft YaHei"/>
              </a:rPr>
              <a:t>the next token should be</a:t>
            </a:r>
            <a:r>
              <a:rPr b="1" lang="en-IN" sz="1000" strike="noStrike" u="none">
                <a:solidFill>
                  <a:srgbClr val="000000"/>
                </a:solidFill>
                <a:effectLst/>
                <a:uFillTx/>
                <a:latin typeface="Arial"/>
                <a:ea typeface="Microsoft YaHei"/>
              </a:rPr>
              <a:t> identifier or -&gt; or . </a:t>
            </a:r>
            <a:r>
              <a:rPr b="0" lang="en-IN" sz="1000" strike="noStrike" u="none">
                <a:solidFill>
                  <a:srgbClr val="000000"/>
                </a:solidFill>
                <a:effectLst/>
                <a:uFillTx/>
                <a:latin typeface="Arial"/>
                <a:ea typeface="Microsoft YaHei"/>
              </a:rPr>
              <a:t>, so we need to have feedback mechanism whether it’s a postfix expression or primary expression, so we </a:t>
            </a:r>
            <a:r>
              <a:rPr b="1" lang="en-IN" sz="1000" strike="noStrike" u="none">
                <a:solidFill>
                  <a:srgbClr val="000000"/>
                </a:solidFill>
                <a:effectLst/>
                <a:uFillTx/>
                <a:latin typeface="Arial"/>
                <a:ea typeface="Microsoft YaHei"/>
              </a:rPr>
              <a:t>add boolean pointer variable as function parameter</a:t>
            </a:r>
            <a:r>
              <a:rPr b="0" lang="en-IN" sz="1000" strike="noStrike" u="none">
                <a:solidFill>
                  <a:srgbClr val="000000"/>
                </a:solidFill>
                <a:effectLst/>
                <a:uFillTx/>
                <a:latin typeface="Arial"/>
                <a:ea typeface="Microsoft YaHei"/>
              </a:rPr>
              <a:t> to get the feedback.</a:t>
            </a:r>
            <a:br>
              <a:rPr sz="1000"/>
            </a:br>
            <a:br>
              <a:rPr sz="1000"/>
            </a:br>
            <a:br>
              <a:rPr sz="1000"/>
            </a:br>
            <a:br>
              <a:rPr sz="1000"/>
            </a:br>
            <a:r>
              <a:rPr b="0" lang="en-IN" sz="1000" strike="noStrike" u="none">
                <a:solidFill>
                  <a:srgbClr val="000000"/>
                </a:solidFill>
                <a:effectLst/>
                <a:uFillTx/>
                <a:latin typeface="Amiri"/>
                <a:ea typeface="Cascadia Mono"/>
              </a:rPr>
              <a:t>   </a:t>
            </a:r>
            <a:br>
              <a:rPr sz="1000"/>
            </a:br>
            <a:br>
              <a:rPr sz="1000"/>
            </a:br>
            <a:r>
              <a:rPr b="0" lang="en-IN" sz="1000" strike="noStrike" u="none">
                <a:solidFill>
                  <a:srgbClr val="000000"/>
                </a:solidFill>
                <a:effectLst/>
                <a:uFillTx/>
                <a:latin typeface="Amiri"/>
                <a:ea typeface="Cascadia Mono"/>
              </a:rPr>
              <a:t> </a:t>
            </a:r>
            <a:endParaRPr b="0" lang="en-IN" sz="1000" strike="noStrike" u="none">
              <a:solidFill>
                <a:srgbClr val="000000"/>
              </a:solidFill>
              <a:effectLst/>
              <a:uFillTx/>
              <a:latin typeface="Arial"/>
            </a:endParaRPr>
          </a:p>
          <a:p>
            <a:pPr marL="720000">
              <a:lnSpc>
                <a:spcPct val="100000"/>
              </a:lnSpc>
              <a:tabLst>
                <a:tab algn="l" pos="0"/>
              </a:tabLst>
            </a:pPr>
            <a:endParaRPr b="0" lang="en-IN" sz="1000" strike="noStrike" u="none">
              <a:solidFill>
                <a:srgbClr val="000000"/>
              </a:solidFill>
              <a:effectLst/>
              <a:uFillTx/>
              <a:latin typeface="Arial"/>
            </a:endParaRPr>
          </a:p>
        </p:txBody>
      </p:sp>
      <p:sp>
        <p:nvSpPr>
          <p:cNvPr id="92" name="PlaceHolder 6"/>
          <p:cNvSpPr/>
          <p:nvPr/>
        </p:nvSpPr>
        <p:spPr>
          <a:xfrm>
            <a:off x="360000" y="1261080"/>
            <a:ext cx="4319280" cy="28782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IN" sz="950" strike="noStrike" u="none">
                <a:solidFill>
                  <a:srgbClr val="2b91af"/>
                </a:solidFill>
                <a:effectLst/>
                <a:uFillTx/>
                <a:latin typeface="Amiri"/>
                <a:ea typeface="Cascadia Mono"/>
              </a:rPr>
              <a:t>TreeNode</a:t>
            </a:r>
            <a:r>
              <a:rPr b="0" lang="en-IN" sz="950" strike="noStrike" u="none">
                <a:solidFill>
                  <a:srgbClr val="000000"/>
                </a:solidFill>
                <a:effectLst/>
                <a:uFillTx/>
                <a:latin typeface="Amiri"/>
                <a:ea typeface="Cascadia Mono"/>
              </a:rPr>
              <a:t>* primary_expression(</a:t>
            </a:r>
            <a:r>
              <a:rPr b="1" lang="en-IN" sz="1000" strike="noStrike" u="none">
                <a:solidFill>
                  <a:srgbClr val="2b91af"/>
                </a:solidFill>
                <a:effectLst/>
                <a:uFillTx/>
                <a:latin typeface="Amiri"/>
                <a:ea typeface="Cascadia Mono"/>
              </a:rPr>
              <a:t>bool_t</a:t>
            </a:r>
            <a:r>
              <a:rPr b="1" lang="en-IN" sz="1000" strike="noStrike" u="none">
                <a:solidFill>
                  <a:srgbClr val="000000"/>
                </a:solidFill>
                <a:effectLst/>
                <a:uFillTx/>
                <a:latin typeface="Amiri"/>
                <a:ea typeface="Cascadia Mono"/>
              </a:rPr>
              <a:t>* </a:t>
            </a:r>
            <a:r>
              <a:rPr b="1" lang="en-IN" sz="1000" strike="noStrike" u="none">
                <a:solidFill>
                  <a:srgbClr val="808080"/>
                </a:solidFill>
                <a:effectLst/>
                <a:uFillTx/>
                <a:latin typeface="Amiri"/>
                <a:ea typeface="Cascadia Mono"/>
              </a:rPr>
              <a:t>IsPrim</a:t>
            </a:r>
            <a:r>
              <a:rPr b="0" lang="en-IN" sz="950" strike="noStrike" u="none">
                <a:solidFill>
                  <a:srgbClr val="000000"/>
                </a:solidFill>
                <a:effectLst/>
                <a:uFillTx/>
                <a:latin typeface="Amiri"/>
                <a:ea typeface="Cascadia Mono"/>
              </a:rPr>
              <a:t>)</a:t>
            </a:r>
            <a:endParaRPr b="0" lang="en-IN" sz="950" strike="noStrike" u="none">
              <a:solidFill>
                <a:srgbClr val="000000"/>
              </a:solidFill>
              <a:effectLst/>
              <a:uFillTx/>
              <a:latin typeface="Arial"/>
            </a:endParaRPr>
          </a:p>
          <a:p>
            <a:pPr>
              <a:lnSpc>
                <a:spcPct val="100000"/>
              </a:lnSpc>
              <a:tabLst>
                <a:tab algn="l" pos="0"/>
              </a:tabLst>
            </a:pPr>
            <a:r>
              <a:rPr b="0" lang="en-IN" sz="1000" strike="noStrike" u="none">
                <a:solidFill>
                  <a:srgbClr val="000000"/>
                </a:solidFill>
                <a:effectLst/>
                <a:uFillTx/>
                <a:latin typeface="Amiri"/>
                <a:ea typeface="Cascadia Mono"/>
              </a:rPr>
              <a:t>{</a:t>
            </a:r>
            <a:endParaRPr b="0" lang="en-IN" sz="1000" strike="noStrike" u="none">
              <a:solidFill>
                <a:srgbClr val="000000"/>
              </a:solidFill>
              <a:effectLst/>
              <a:uFillTx/>
              <a:latin typeface="Arial"/>
            </a:endParaRPr>
          </a:p>
          <a:p>
            <a:pPr>
              <a:lnSpc>
                <a:spcPct val="100000"/>
              </a:lnSpc>
              <a:tabLst>
                <a:tab algn="l" pos="0"/>
              </a:tabLst>
            </a:pPr>
            <a:r>
              <a:rPr b="0" lang="en-IN" sz="950" strike="noStrike" u="none">
                <a:solidFill>
                  <a:srgbClr val="000000"/>
                </a:solidFill>
                <a:effectLst/>
                <a:uFillTx/>
                <a:latin typeface="Amiri"/>
                <a:ea typeface="Cascadia Mono"/>
              </a:rPr>
              <a:t>    </a:t>
            </a:r>
            <a:r>
              <a:rPr b="0" lang="en-IN" sz="950" strike="noStrike" u="none">
                <a:solidFill>
                  <a:srgbClr val="2b91af"/>
                </a:solidFill>
                <a:effectLst/>
                <a:uFillTx/>
                <a:latin typeface="Amiri"/>
                <a:ea typeface="Cascadia Mono"/>
              </a:rPr>
              <a:t>TreeNode</a:t>
            </a:r>
            <a:r>
              <a:rPr b="0" lang="en-IN" sz="950" strike="noStrike" u="none">
                <a:solidFill>
                  <a:srgbClr val="000000"/>
                </a:solidFill>
                <a:effectLst/>
                <a:uFillTx/>
                <a:latin typeface="Amiri"/>
                <a:ea typeface="Cascadia Mono"/>
              </a:rPr>
              <a:t>* t = </a:t>
            </a:r>
            <a:r>
              <a:rPr b="0" lang="en-IN" sz="950" strike="noStrike" u="none">
                <a:solidFill>
                  <a:srgbClr val="6f008a"/>
                </a:solidFill>
                <a:effectLst/>
                <a:uFillTx/>
                <a:latin typeface="Amiri"/>
                <a:ea typeface="Cascadia Mono"/>
              </a:rPr>
              <a:t>NULL</a:t>
            </a:r>
            <a:r>
              <a:rPr b="0" lang="en-IN" sz="950" strike="noStrike" u="none">
                <a:solidFill>
                  <a:srgbClr val="000000"/>
                </a:solidFill>
                <a:effectLst/>
                <a:uFillTx/>
                <a:latin typeface="Amiri"/>
                <a:ea typeface="Cascadia Mono"/>
              </a:rPr>
              <a:t>;</a:t>
            </a:r>
            <a:endParaRPr b="0" lang="en-IN" sz="950" strike="noStrike" u="none">
              <a:solidFill>
                <a:srgbClr val="000000"/>
              </a:solidFill>
              <a:effectLst/>
              <a:uFillTx/>
              <a:latin typeface="Arial"/>
            </a:endParaRPr>
          </a:p>
          <a:p>
            <a:pPr>
              <a:lnSpc>
                <a:spcPct val="100000"/>
              </a:lnSpc>
              <a:tabLst>
                <a:tab algn="l" pos="0"/>
              </a:tabLst>
            </a:pPr>
            <a:r>
              <a:rPr b="0" lang="en-IN" sz="950" strike="noStrike" u="none">
                <a:solidFill>
                  <a:srgbClr val="000000"/>
                </a:solidFill>
                <a:effectLst/>
                <a:uFillTx/>
                <a:latin typeface="Amiri"/>
                <a:ea typeface="Cascadia Mono"/>
              </a:rPr>
              <a:t>    </a:t>
            </a:r>
            <a:r>
              <a:rPr b="0" lang="en-IN" sz="950" strike="noStrike" u="none">
                <a:solidFill>
                  <a:srgbClr val="0000ff"/>
                </a:solidFill>
                <a:effectLst/>
                <a:uFillTx/>
                <a:latin typeface="Amiri"/>
                <a:ea typeface="Cascadia Mono"/>
              </a:rPr>
              <a:t>int</a:t>
            </a:r>
            <a:r>
              <a:rPr b="0" lang="en-IN" sz="950" strike="noStrike" u="none">
                <a:solidFill>
                  <a:srgbClr val="000000"/>
                </a:solidFill>
                <a:effectLst/>
                <a:uFillTx/>
                <a:latin typeface="Amiri"/>
                <a:ea typeface="Cascadia Mono"/>
              </a:rPr>
              <a:t> offset = 0;</a:t>
            </a:r>
            <a:endParaRPr b="0" lang="en-IN" sz="950" strike="noStrike" u="none">
              <a:solidFill>
                <a:srgbClr val="000000"/>
              </a:solidFill>
              <a:effectLst/>
              <a:uFillTx/>
              <a:latin typeface="Arial"/>
            </a:endParaRPr>
          </a:p>
          <a:p>
            <a:pPr>
              <a:lnSpc>
                <a:spcPct val="100000"/>
              </a:lnSpc>
              <a:tabLst>
                <a:tab algn="l" pos="0"/>
              </a:tabLst>
            </a:pPr>
            <a:r>
              <a:rPr b="0" lang="en-IN" sz="950" strike="noStrike" u="none">
                <a:solidFill>
                  <a:srgbClr val="000000"/>
                </a:solidFill>
                <a:effectLst/>
                <a:uFillTx/>
                <a:latin typeface="Amiri"/>
                <a:ea typeface="Cascadia Mono"/>
              </a:rPr>
              <a:t>    </a:t>
            </a:r>
            <a:r>
              <a:rPr b="0" lang="en-IN" sz="950" strike="noStrike" u="none">
                <a:solidFill>
                  <a:srgbClr val="0000ff"/>
                </a:solidFill>
                <a:effectLst/>
                <a:uFillTx/>
                <a:latin typeface="Amiri"/>
                <a:ea typeface="Cascadia Mono"/>
              </a:rPr>
              <a:t>int</a:t>
            </a:r>
            <a:r>
              <a:rPr b="0" lang="en-IN" sz="950" strike="noStrike" u="none">
                <a:solidFill>
                  <a:srgbClr val="000000"/>
                </a:solidFill>
                <a:effectLst/>
                <a:uFillTx/>
                <a:latin typeface="Amiri"/>
                <a:ea typeface="Cascadia Mono"/>
              </a:rPr>
              <a:t> token = getCurrentToken(); </a:t>
            </a:r>
            <a:br>
              <a:rPr sz="950"/>
            </a:br>
            <a:r>
              <a:rPr b="0" lang="en-IN" sz="950" strike="noStrike" u="none">
                <a:solidFill>
                  <a:srgbClr val="000000"/>
                </a:solidFill>
                <a:effectLst/>
                <a:uFillTx/>
                <a:latin typeface="Amiri"/>
                <a:ea typeface="Cascadia Mono"/>
              </a:rPr>
              <a:t>    ... </a:t>
            </a:r>
            <a:br>
              <a:rPr sz="950"/>
            </a:b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else</a:t>
            </a: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if</a:t>
            </a:r>
            <a:r>
              <a:rPr b="0" lang="en-IN" sz="900" strike="noStrike" u="none">
                <a:solidFill>
                  <a:srgbClr val="000000"/>
                </a:solidFill>
                <a:effectLst/>
                <a:uFillTx/>
                <a:latin typeface="Amiri"/>
                <a:ea typeface="Cascadia Mono"/>
              </a:rPr>
              <a:t> (token == </a:t>
            </a:r>
            <a:r>
              <a:rPr b="0" lang="en-IN" sz="900" strike="noStrike" u="none">
                <a:solidFill>
                  <a:srgbClr val="6f008a"/>
                </a:solidFill>
                <a:effectLst/>
                <a:uFillTx/>
                <a:latin typeface="Amiri"/>
                <a:ea typeface="Cascadia Mono"/>
              </a:rPr>
              <a:t>ID</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t = newExpNode(</a:t>
            </a:r>
            <a:r>
              <a:rPr b="0" lang="en-IN" sz="900" strike="noStrike" u="none">
                <a:solidFill>
                  <a:srgbClr val="2f4f4f"/>
                </a:solidFill>
                <a:effectLst/>
                <a:uFillTx/>
                <a:latin typeface="Amiri"/>
                <a:ea typeface="Cascadia Mono"/>
              </a:rPr>
              <a:t>IDEN</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808080"/>
                </a:solidFill>
                <a:effectLst/>
                <a:uFillTx/>
                <a:latin typeface="Amiri"/>
                <a:ea typeface="Cascadia Mono"/>
              </a:rPr>
              <a:t>IsPrim</a:t>
            </a:r>
            <a:r>
              <a:rPr b="0" lang="en-IN" sz="900" strike="noStrike" u="none">
                <a:solidFill>
                  <a:srgbClr val="000000"/>
                </a:solidFill>
                <a:effectLst/>
                <a:uFillTx/>
                <a:latin typeface="Amiri"/>
                <a:ea typeface="Cascadia Mono"/>
              </a:rPr>
              <a:t> = </a:t>
            </a:r>
            <a:r>
              <a:rPr b="0" lang="en-IN" sz="900" strike="noStrike" u="none">
                <a:solidFill>
                  <a:srgbClr val="2f4f4f"/>
                </a:solidFill>
                <a:effectLst/>
                <a:uFillTx/>
                <a:latin typeface="Amiri"/>
                <a:ea typeface="Cascadia Mono"/>
              </a:rPr>
              <a:t>True</a:t>
            </a:r>
            <a:r>
              <a:rPr b="0" lang="en-IN" sz="900" strike="noStrike" u="none">
                <a:solidFill>
                  <a:srgbClr val="000000"/>
                </a:solidFill>
                <a:effectLst/>
                <a:uFillTx/>
                <a:latin typeface="Amiri"/>
                <a:ea typeface="Cascadia Mono"/>
              </a:rPr>
              <a:t>;</a:t>
            </a:r>
            <a:br>
              <a:rPr sz="900"/>
            </a:br>
            <a:r>
              <a:rPr b="0" lang="en-IN" sz="900" strike="noStrike" u="none">
                <a:solidFill>
                  <a:srgbClr val="000000"/>
                </a:solidFill>
                <a:effectLst/>
                <a:uFillTx/>
                <a:latin typeface="Amiri"/>
                <a:ea typeface="Cascadia Mono"/>
              </a:rPr>
              <a:t>       ...</a:t>
            </a:r>
            <a:br>
              <a:rPr sz="1000"/>
            </a:br>
            <a:r>
              <a:rPr b="0" lang="en-IN" sz="900" strike="noStrike" u="none">
                <a:solidFill>
                  <a:srgbClr val="000000"/>
                </a:solidFill>
                <a:effectLst/>
                <a:uFillTx/>
                <a:latin typeface="Amiri"/>
                <a:ea typeface="Cascadia Mono"/>
              </a:rPr>
              <a:t>{</a:t>
            </a:r>
            <a:br>
              <a:rPr sz="900"/>
            </a:br>
            <a:r>
              <a:rPr b="0" lang="en-IN" sz="900" strike="noStrike" u="none">
                <a:solidFill>
                  <a:srgbClr val="2b91af"/>
                </a:solidFill>
                <a:effectLst/>
                <a:uFillTx/>
                <a:latin typeface="Amiri"/>
                <a:ea typeface="Cascadia Mono"/>
              </a:rPr>
              <a:t>TreeNode</a:t>
            </a:r>
            <a:r>
              <a:rPr b="0" lang="en-IN" sz="900" strike="noStrike" u="none">
                <a:solidFill>
                  <a:srgbClr val="000000"/>
                </a:solidFill>
                <a:effectLst/>
                <a:uFillTx/>
                <a:latin typeface="Amiri"/>
                <a:ea typeface="Cascadia Mono"/>
              </a:rPr>
              <a:t>* postfix_expression(</a:t>
            </a:r>
            <a:r>
              <a:rPr b="1" lang="en-IN" sz="1000" strike="noStrike" u="none">
                <a:solidFill>
                  <a:srgbClr val="2b91af"/>
                </a:solidFill>
                <a:effectLst/>
                <a:uFillTx/>
                <a:latin typeface="Amiri"/>
                <a:ea typeface="Cascadia Mono"/>
              </a:rPr>
              <a:t>bool_t</a:t>
            </a:r>
            <a:r>
              <a:rPr b="1" lang="en-IN" sz="1000" strike="noStrike" u="none">
                <a:solidFill>
                  <a:srgbClr val="000000"/>
                </a:solidFill>
                <a:effectLst/>
                <a:uFillTx/>
                <a:latin typeface="Amiri"/>
                <a:ea typeface="Cascadia Mono"/>
              </a:rPr>
              <a:t>* </a:t>
            </a:r>
            <a:r>
              <a:rPr b="1" lang="en-IN" sz="1000" strike="noStrike" u="none">
                <a:solidFill>
                  <a:srgbClr val="808080"/>
                </a:solidFill>
                <a:effectLst/>
                <a:uFillTx/>
                <a:latin typeface="Amiri"/>
                <a:ea typeface="Cascadia Mono"/>
              </a:rPr>
              <a:t>IsPost</a:t>
            </a:r>
            <a:r>
              <a:rPr b="1" lang="en-IN" sz="1000" strike="noStrike" u="none">
                <a:solidFill>
                  <a:srgbClr val="000000"/>
                </a:solidFill>
                <a:effectLst/>
                <a:uFillTx/>
                <a:latin typeface="Amiri"/>
                <a:ea typeface="Cascadia Mono"/>
              </a:rPr>
              <a:t>, </a:t>
            </a:r>
            <a:r>
              <a:rPr b="1" lang="en-IN" sz="1000" strike="noStrike" u="none">
                <a:solidFill>
                  <a:srgbClr val="2b91af"/>
                </a:solidFill>
                <a:effectLst/>
                <a:uFillTx/>
                <a:latin typeface="Amiri"/>
                <a:ea typeface="Cascadia Mono"/>
              </a:rPr>
              <a:t>bool_t</a:t>
            </a:r>
            <a:r>
              <a:rPr b="1" lang="en-IN" sz="1000" strike="noStrike" u="none">
                <a:solidFill>
                  <a:srgbClr val="000000"/>
                </a:solidFill>
                <a:effectLst/>
                <a:uFillTx/>
                <a:latin typeface="Amiri"/>
                <a:ea typeface="Cascadia Mono"/>
              </a:rPr>
              <a:t>* </a:t>
            </a:r>
            <a:r>
              <a:rPr b="1" lang="en-IN" sz="1000" strike="noStrike" u="none">
                <a:solidFill>
                  <a:srgbClr val="808080"/>
                </a:solidFill>
                <a:effectLst/>
                <a:uFillTx/>
                <a:latin typeface="Amiri"/>
                <a:ea typeface="Cascadia Mono"/>
              </a:rPr>
              <a:t>IsPrim_g</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2b91af"/>
                </a:solidFill>
                <a:effectLst/>
                <a:uFillTx/>
                <a:latin typeface="Amiri"/>
                <a:ea typeface="Cascadia Mono"/>
              </a:rPr>
              <a:t>TreeNode</a:t>
            </a:r>
            <a:r>
              <a:rPr b="0" lang="en-IN" sz="900" strike="noStrike" u="none">
                <a:solidFill>
                  <a:srgbClr val="000000"/>
                </a:solidFill>
                <a:effectLst/>
                <a:uFillTx/>
                <a:latin typeface="Amiri"/>
                <a:ea typeface="Cascadia Mono"/>
              </a:rPr>
              <a:t>* t,*t2;</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int</a:t>
            </a:r>
            <a:r>
              <a:rPr b="0" lang="en-IN" sz="900" strike="noStrike" u="none">
                <a:solidFill>
                  <a:srgbClr val="000000"/>
                </a:solidFill>
                <a:effectLst/>
                <a:uFillTx/>
                <a:latin typeface="Amiri"/>
                <a:ea typeface="Cascadia Mono"/>
              </a:rPr>
              <a:t> tok;</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2b91af"/>
                </a:solidFill>
                <a:effectLst/>
                <a:uFillTx/>
                <a:latin typeface="Amiri"/>
                <a:ea typeface="Cascadia Mono"/>
              </a:rPr>
              <a:t>bool_t</a:t>
            </a:r>
            <a:r>
              <a:rPr b="0" lang="en-IN" sz="900" strike="noStrike" u="none">
                <a:solidFill>
                  <a:srgbClr val="000000"/>
                </a:solidFill>
                <a:effectLst/>
                <a:uFillTx/>
                <a:latin typeface="Amiri"/>
                <a:ea typeface="Cascadia Mono"/>
              </a:rPr>
              <a:t> IsPrim = </a:t>
            </a:r>
            <a:r>
              <a:rPr b="0" lang="en-IN" sz="900" strike="noStrike" u="none">
                <a:solidFill>
                  <a:srgbClr val="2f4f4f"/>
                </a:solidFill>
                <a:effectLst/>
                <a:uFillTx/>
                <a:latin typeface="Amiri"/>
                <a:ea typeface="Cascadia Mono"/>
              </a:rPr>
              <a:t>False</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t = primary_expression(&amp;IsPrim);</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808080"/>
                </a:solidFill>
                <a:effectLst/>
                <a:uFillTx/>
                <a:latin typeface="Amiri"/>
                <a:ea typeface="Cascadia Mono"/>
              </a:rPr>
              <a:t>IsPrim_g</a:t>
            </a:r>
            <a:r>
              <a:rPr b="0" lang="en-IN" sz="900" strike="noStrike" u="none">
                <a:solidFill>
                  <a:srgbClr val="000000"/>
                </a:solidFill>
                <a:effectLst/>
                <a:uFillTx/>
                <a:latin typeface="Amiri"/>
                <a:ea typeface="Cascadia Mono"/>
              </a:rPr>
              <a:t> = IsPrim;</a:t>
            </a:r>
            <a:br>
              <a:rPr sz="900"/>
            </a:br>
            <a:r>
              <a:rPr b="0" lang="en-IN" sz="900" strike="noStrike" u="none">
                <a:solidFill>
                  <a:srgbClr val="000000"/>
                </a:solidFill>
                <a:effectLst/>
                <a:uFillTx/>
                <a:latin typeface="Amiri"/>
                <a:ea typeface="Cascadia Mono"/>
              </a:rPr>
              <a:t>        tok = getCurrentToken();</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if</a:t>
            </a:r>
            <a:r>
              <a:rPr b="0" lang="en-IN" sz="900" strike="noStrike" u="none">
                <a:solidFill>
                  <a:srgbClr val="000000"/>
                </a:solidFill>
                <a:effectLst/>
                <a:uFillTx/>
                <a:latin typeface="Amiri"/>
                <a:ea typeface="Cascadia Mono"/>
              </a:rPr>
              <a:t> (tok == </a:t>
            </a:r>
            <a:r>
              <a:rPr b="0" lang="en-IN" sz="900" strike="noStrike" u="none">
                <a:solidFill>
                  <a:srgbClr val="a31515"/>
                </a:solidFill>
                <a:effectLst/>
                <a:uFillTx/>
                <a:latin typeface="Amiri"/>
                <a:ea typeface="Cascadia Mono"/>
              </a:rPr>
              <a:t>'['</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a:lnSpc>
                <a:spcPct val="100000"/>
              </a:lnSpc>
              <a:tabLst>
                <a:tab algn="l" pos="0"/>
              </a:tabLst>
            </a:pPr>
            <a:r>
              <a:rPr b="0" lang="en-IN" sz="900" strike="noStrike" u="none">
                <a:solidFill>
                  <a:srgbClr val="000000"/>
                </a:solidFill>
                <a:effectLst/>
                <a:uFillTx/>
                <a:latin typeface="Amiri"/>
                <a:ea typeface="Cascadia Mono"/>
              </a:rPr>
              <a:t>            *</a:t>
            </a:r>
            <a:r>
              <a:rPr b="0" lang="en-IN" sz="900" strike="noStrike" u="none">
                <a:solidFill>
                  <a:srgbClr val="808080"/>
                </a:solidFill>
                <a:effectLst/>
                <a:uFillTx/>
                <a:latin typeface="Amiri"/>
                <a:ea typeface="Cascadia Mono"/>
              </a:rPr>
              <a:t>IsPost</a:t>
            </a:r>
            <a:r>
              <a:rPr b="0" lang="en-IN" sz="900" strike="noStrike" u="none">
                <a:solidFill>
                  <a:srgbClr val="000000"/>
                </a:solidFill>
                <a:effectLst/>
                <a:uFillTx/>
                <a:latin typeface="Amiri"/>
                <a:ea typeface="Cascadia Mono"/>
              </a:rPr>
              <a:t> = </a:t>
            </a:r>
            <a:r>
              <a:rPr b="0" lang="en-IN" sz="900" strike="noStrike" u="none">
                <a:solidFill>
                  <a:srgbClr val="2f4f4f"/>
                </a:solidFill>
                <a:effectLst/>
                <a:uFillTx/>
                <a:latin typeface="Amiri"/>
                <a:ea typeface="Cascadia Mono"/>
              </a:rPr>
              <a:t>True</a:t>
            </a:r>
            <a:r>
              <a:rPr b="0" lang="en-IN" sz="900" strike="noStrike" u="none">
                <a:solidFill>
                  <a:srgbClr val="000000"/>
                </a:solidFill>
                <a:effectLst/>
                <a:uFillTx/>
                <a:latin typeface="Amiri"/>
                <a:ea typeface="Cascadia Mono"/>
              </a:rPr>
              <a:t>;</a:t>
            </a:r>
            <a:br>
              <a:rPr sz="900"/>
            </a:br>
            <a:r>
              <a:rPr b="0" lang="en-IN" sz="900" strike="noStrike" u="none">
                <a:solidFill>
                  <a:srgbClr val="000000"/>
                </a:solidFill>
                <a:effectLst/>
                <a:uFillTx/>
                <a:latin typeface="Amiri"/>
                <a:ea typeface="Cascadia Mono"/>
              </a:rPr>
              <a:t>            ...</a:t>
            </a:r>
            <a:br>
              <a:rPr sz="900"/>
            </a:br>
            <a:r>
              <a:rPr b="0" lang="en-IN" sz="900" strike="noStrike" u="none">
                <a:solidFill>
                  <a:srgbClr val="000000"/>
                </a:solidFill>
                <a:effectLst/>
                <a:uFillTx/>
                <a:latin typeface="Amiri"/>
                <a:ea typeface="Cascadia Mono"/>
              </a:rPr>
              <a:t>        }</a:t>
            </a:r>
            <a:r>
              <a:rPr b="0" lang="en-IN" sz="950" strike="noStrike" u="none">
                <a:solidFill>
                  <a:srgbClr val="000000"/>
                </a:solidFill>
                <a:effectLst/>
                <a:uFillTx/>
                <a:latin typeface="Cascadia Mono"/>
                <a:ea typeface="Cascadia Mono"/>
              </a:rPr>
              <a:t> </a:t>
            </a:r>
            <a:r>
              <a:rPr b="0" lang="en-IN" sz="800" strike="noStrike" u="none">
                <a:solidFill>
                  <a:srgbClr val="0000ff"/>
                </a:solidFill>
                <a:effectLst/>
                <a:uFillTx/>
                <a:latin typeface="Amiri"/>
                <a:ea typeface="Cascadia Mono"/>
              </a:rPr>
              <a:t>else</a:t>
            </a:r>
            <a:r>
              <a:rPr b="0" lang="en-IN" sz="800" strike="noStrike" u="none">
                <a:solidFill>
                  <a:srgbClr val="000000"/>
                </a:solidFill>
                <a:effectLst/>
                <a:uFillTx/>
                <a:latin typeface="Amiri"/>
                <a:ea typeface="Cascadia Mono"/>
              </a:rPr>
              <a:t> </a:t>
            </a:r>
            <a:r>
              <a:rPr b="0" lang="en-IN" sz="800" strike="noStrike" u="none">
                <a:solidFill>
                  <a:srgbClr val="0000ff"/>
                </a:solidFill>
                <a:effectLst/>
                <a:uFillTx/>
                <a:latin typeface="Amiri"/>
                <a:ea typeface="Cascadia Mono"/>
              </a:rPr>
              <a:t>if</a:t>
            </a:r>
            <a:r>
              <a:rPr b="0" lang="en-IN" sz="800" strike="noStrike" u="none">
                <a:solidFill>
                  <a:srgbClr val="000000"/>
                </a:solidFill>
                <a:effectLst/>
                <a:uFillTx/>
                <a:latin typeface="Amiri"/>
                <a:ea typeface="Cascadia Mono"/>
              </a:rPr>
              <a:t> (IsPrim == </a:t>
            </a:r>
            <a:r>
              <a:rPr b="0" lang="en-IN" sz="800" strike="noStrike" u="none">
                <a:solidFill>
                  <a:srgbClr val="2f4f4f"/>
                </a:solidFill>
                <a:effectLst/>
                <a:uFillTx/>
                <a:latin typeface="Amiri"/>
                <a:ea typeface="Cascadia Mono"/>
              </a:rPr>
              <a:t>True</a:t>
            </a:r>
            <a:r>
              <a:rPr b="0" lang="en-IN" sz="800" strike="noStrike" u="none">
                <a:solidFill>
                  <a:srgbClr val="000000"/>
                </a:solidFill>
                <a:effectLst/>
                <a:uFillTx/>
                <a:latin typeface="Amiri"/>
                <a:ea typeface="Cascadia Mono"/>
              </a:rPr>
              <a:t>)</a:t>
            </a:r>
            <a:endParaRPr b="0" lang="en-IN" sz="800" strike="noStrike" u="none">
              <a:solidFill>
                <a:srgbClr val="000000"/>
              </a:solidFill>
              <a:effectLst/>
              <a:uFillTx/>
              <a:latin typeface="Arial"/>
            </a:endParaRPr>
          </a:p>
          <a:p>
            <a:pPr>
              <a:lnSpc>
                <a:spcPct val="100000"/>
              </a:lnSpc>
              <a:tabLst>
                <a:tab algn="l" pos="0"/>
              </a:tabLst>
            </a:pPr>
            <a:r>
              <a:rPr b="0" lang="en-IN" sz="800" strike="noStrike" u="none">
                <a:solidFill>
                  <a:srgbClr val="000000"/>
                </a:solidFill>
                <a:effectLst/>
                <a:uFillTx/>
                <a:latin typeface="Amiri"/>
                <a:ea typeface="Cascadia Mono"/>
              </a:rPr>
              <a:t>        {            </a:t>
            </a:r>
            <a:endParaRPr b="0" lang="en-IN" sz="800" strike="noStrike" u="none">
              <a:solidFill>
                <a:srgbClr val="000000"/>
              </a:solidFill>
              <a:effectLst/>
              <a:uFillTx/>
              <a:latin typeface="Arial"/>
            </a:endParaRPr>
          </a:p>
          <a:p>
            <a:pPr>
              <a:lnSpc>
                <a:spcPct val="100000"/>
              </a:lnSpc>
              <a:tabLst>
                <a:tab algn="l" pos="0"/>
              </a:tabLst>
            </a:pPr>
            <a:r>
              <a:rPr b="0" lang="en-IN" sz="800" strike="noStrike" u="none">
                <a:solidFill>
                  <a:srgbClr val="000000"/>
                </a:solidFill>
                <a:effectLst/>
                <a:uFillTx/>
                <a:latin typeface="Amiri"/>
                <a:ea typeface="Cascadia Mono"/>
              </a:rPr>
              <a:t>                </a:t>
            </a:r>
            <a:r>
              <a:rPr b="0" lang="en-IN" sz="800" strike="noStrike" u="none">
                <a:solidFill>
                  <a:srgbClr val="0000ff"/>
                </a:solidFill>
                <a:effectLst/>
                <a:uFillTx/>
                <a:latin typeface="Amiri"/>
                <a:ea typeface="Cascadia Mono"/>
              </a:rPr>
              <a:t>return</a:t>
            </a:r>
            <a:r>
              <a:rPr b="0" lang="en-IN" sz="800" strike="noStrike" u="none">
                <a:solidFill>
                  <a:srgbClr val="000000"/>
                </a:solidFill>
                <a:effectLst/>
                <a:uFillTx/>
                <a:latin typeface="Amiri"/>
                <a:ea typeface="Cascadia Mono"/>
              </a:rPr>
              <a:t> t;</a:t>
            </a:r>
            <a:endParaRPr b="0" lang="en-IN" sz="800" strike="noStrike" u="none">
              <a:solidFill>
                <a:srgbClr val="000000"/>
              </a:solidFill>
              <a:effectLst/>
              <a:uFillTx/>
              <a:latin typeface="Arial"/>
            </a:endParaRPr>
          </a:p>
          <a:p>
            <a:pPr>
              <a:lnSpc>
                <a:spcPct val="100000"/>
              </a:lnSpc>
              <a:tabLst>
                <a:tab algn="l" pos="0"/>
              </a:tabLst>
            </a:pPr>
            <a:r>
              <a:rPr b="0" lang="en-IN" sz="800" strike="noStrike" u="none">
                <a:solidFill>
                  <a:srgbClr val="000000"/>
                </a:solidFill>
                <a:effectLst/>
                <a:uFillTx/>
                <a:latin typeface="Amiri"/>
                <a:ea typeface="Cascadia Mono"/>
              </a:rPr>
              <a:t>        }</a:t>
            </a:r>
            <a:endParaRPr b="0" lang="en-IN" sz="800" strike="noStrike" u="none">
              <a:solidFill>
                <a:srgbClr val="000000"/>
              </a:solidFill>
              <a:effectLst/>
              <a:uFillTx/>
              <a:latin typeface="Arial"/>
            </a:endParaRPr>
          </a:p>
          <a:p>
            <a:pPr>
              <a:lnSpc>
                <a:spcPct val="100000"/>
              </a:lnSpc>
              <a:tabLst>
                <a:tab algn="l" pos="0"/>
              </a:tabLst>
            </a:pPr>
            <a:r>
              <a:rPr b="0" lang="en-IN" sz="800" strike="noStrike" u="none">
                <a:solidFill>
                  <a:srgbClr val="000000"/>
                </a:solidFill>
                <a:effectLst/>
                <a:uFillTx/>
                <a:latin typeface="Amiri"/>
                <a:ea typeface="Cascadia Mono"/>
              </a:rPr>
              <a:t>    </a:t>
            </a:r>
            <a:endParaRPr b="0" lang="en-IN" sz="800" strike="noStrike" u="none">
              <a:solidFill>
                <a:srgbClr val="000000"/>
              </a:solidFill>
              <a:effectLst/>
              <a:uFillTx/>
              <a:latin typeface="Arial"/>
            </a:endParaRPr>
          </a:p>
          <a:p>
            <a:pPr>
              <a:lnSpc>
                <a:spcPct val="100000"/>
              </a:lnSpc>
              <a:tabLst>
                <a:tab algn="l" pos="0"/>
              </a:tabLst>
            </a:pPr>
            <a:r>
              <a:rPr b="0" lang="en-IN" sz="800" strike="noStrike" u="none">
                <a:solidFill>
                  <a:srgbClr val="000000"/>
                </a:solidFill>
                <a:effectLst/>
                <a:uFillTx/>
                <a:latin typeface="Amiri"/>
                <a:ea typeface="Cascadia Mono"/>
              </a:rPr>
              <a:t>    </a:t>
            </a:r>
            <a:r>
              <a:rPr b="0" lang="en-IN" sz="800" strike="noStrike" u="none">
                <a:solidFill>
                  <a:srgbClr val="0000ff"/>
                </a:solidFill>
                <a:effectLst/>
                <a:uFillTx/>
                <a:latin typeface="Amiri"/>
                <a:ea typeface="Cascadia Mono"/>
              </a:rPr>
              <a:t>return</a:t>
            </a:r>
            <a:r>
              <a:rPr b="0" lang="en-IN" sz="800" strike="noStrike" u="none">
                <a:solidFill>
                  <a:srgbClr val="000000"/>
                </a:solidFill>
                <a:effectLst/>
                <a:uFillTx/>
                <a:latin typeface="Amiri"/>
                <a:ea typeface="Cascadia Mono"/>
              </a:rPr>
              <a:t> </a:t>
            </a:r>
            <a:r>
              <a:rPr b="0" lang="en-IN" sz="800" strike="noStrike" u="none">
                <a:solidFill>
                  <a:srgbClr val="6f008a"/>
                </a:solidFill>
                <a:effectLst/>
                <a:uFillTx/>
                <a:latin typeface="Amiri"/>
                <a:ea typeface="Cascadia Mono"/>
              </a:rPr>
              <a:t>NULL</a:t>
            </a:r>
            <a:r>
              <a:rPr b="0" lang="en-IN" sz="800" strike="noStrike" u="none">
                <a:solidFill>
                  <a:srgbClr val="000000"/>
                </a:solidFill>
                <a:effectLst/>
                <a:uFillTx/>
                <a:latin typeface="Amiri"/>
                <a:ea typeface="Cascadia Mono"/>
              </a:rPr>
              <a:t>;</a:t>
            </a:r>
            <a:endParaRPr b="0" lang="en-IN" sz="800" strike="noStrike" u="none">
              <a:solidFill>
                <a:srgbClr val="000000"/>
              </a:solidFill>
              <a:effectLst/>
              <a:uFillTx/>
              <a:latin typeface="Arial"/>
            </a:endParaRPr>
          </a:p>
          <a:p>
            <a:pPr>
              <a:lnSpc>
                <a:spcPct val="100000"/>
              </a:lnSpc>
              <a:tabLst>
                <a:tab algn="l" pos="0"/>
              </a:tabLst>
            </a:pPr>
            <a:r>
              <a:rPr b="0" lang="en-IN" sz="800" strike="noStrike" u="none">
                <a:solidFill>
                  <a:srgbClr val="000000"/>
                </a:solidFill>
                <a:effectLst/>
                <a:uFillTx/>
                <a:latin typeface="Amiri"/>
                <a:ea typeface="Cascadia Mono"/>
              </a:rPr>
              <a:t>}</a:t>
            </a:r>
            <a:br>
              <a:rPr sz="900"/>
            </a:br>
            <a:br>
              <a:rPr sz="900"/>
            </a:br>
            <a:br>
              <a:rPr sz="1000"/>
            </a:br>
            <a:br>
              <a:rPr sz="1000"/>
            </a:br>
            <a:br>
              <a:rPr sz="1000"/>
            </a:br>
            <a:r>
              <a:rPr b="0" lang="en-IN" sz="1000" strike="noStrike" u="none">
                <a:solidFill>
                  <a:srgbClr val="000000"/>
                </a:solidFill>
                <a:effectLst/>
                <a:uFillTx/>
                <a:latin typeface="Amiri"/>
                <a:ea typeface="Cascadia Mono"/>
              </a:rPr>
              <a:t>   </a:t>
            </a:r>
            <a:br>
              <a:rPr sz="1000"/>
            </a:br>
            <a:br>
              <a:rPr sz="1000"/>
            </a:br>
            <a:r>
              <a:rPr b="0" lang="en-IN" sz="1000" strike="noStrike" u="none">
                <a:solidFill>
                  <a:srgbClr val="000000"/>
                </a:solidFill>
                <a:effectLst/>
                <a:uFillTx/>
                <a:latin typeface="Amiri"/>
                <a:ea typeface="Cascadia Mono"/>
              </a:rPr>
              <a:t> </a:t>
            </a:r>
            <a:endParaRPr b="0" lang="en-IN" sz="1000" strike="noStrike" u="none">
              <a:solidFill>
                <a:srgbClr val="000000"/>
              </a:solidFill>
              <a:effectLst/>
              <a:uFillTx/>
              <a:latin typeface="Arial"/>
            </a:endParaRPr>
          </a:p>
          <a:p>
            <a:pPr marL="720000">
              <a:lnSpc>
                <a:spcPct val="100000"/>
              </a:lnSpc>
              <a:tabLst>
                <a:tab algn="l" pos="0"/>
              </a:tabLst>
            </a:pPr>
            <a:endParaRPr b="0" lang="en-IN" sz="1000" strike="noStrike" u="none">
              <a:solidFill>
                <a:srgbClr val="000000"/>
              </a:solidFill>
              <a:effectLst/>
              <a:uFillTx/>
              <a:latin typeface="Arial"/>
            </a:endParaRPr>
          </a:p>
        </p:txBody>
      </p:sp>
      <p:sp>
        <p:nvSpPr>
          <p:cNvPr id="93" name="PlaceHolder 8"/>
          <p:cNvSpPr/>
          <p:nvPr/>
        </p:nvSpPr>
        <p:spPr>
          <a:xfrm>
            <a:off x="4860000" y="1260000"/>
            <a:ext cx="4498200" cy="2878200"/>
          </a:xfrm>
          <a:prstGeom prst="rect">
            <a:avLst/>
          </a:prstGeom>
          <a:noFill/>
          <a:ln w="0">
            <a:noFill/>
          </a:ln>
        </p:spPr>
        <p:style>
          <a:lnRef idx="0"/>
          <a:fillRef idx="0"/>
          <a:effectRef idx="0"/>
          <a:fontRef idx="minor"/>
        </p:style>
        <p:txBody>
          <a:bodyPr lIns="0" rIns="0" tIns="0" bIns="0" anchor="t">
            <a:noAutofit/>
          </a:bodyPr>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2b91af"/>
                </a:solidFill>
                <a:effectLst/>
                <a:uFillTx/>
                <a:latin typeface="Amiri"/>
                <a:ea typeface="Cascadia Mono"/>
              </a:rPr>
              <a:t>TreeNode</a:t>
            </a:r>
            <a:r>
              <a:rPr b="0" lang="en-IN" sz="900" strike="noStrike" u="none">
                <a:solidFill>
                  <a:srgbClr val="000000"/>
                </a:solidFill>
                <a:effectLst/>
                <a:uFillTx/>
                <a:latin typeface="Amiri"/>
                <a:ea typeface="Cascadia Mono"/>
              </a:rPr>
              <a:t>* unary_expression()</a:t>
            </a:r>
            <a:br>
              <a:rPr sz="900"/>
            </a:br>
            <a:r>
              <a:rPr b="0" lang="en-IN" sz="900" strike="noStrike" u="none">
                <a:solidFill>
                  <a:srgbClr val="000000"/>
                </a:solidFill>
                <a:effectLst/>
                <a:uFillTx/>
                <a:latin typeface="Amiri"/>
                <a:ea typeface="Cascadia Mono"/>
              </a:rPr>
              <a:t>{   ...</a:t>
            </a:r>
            <a:br>
              <a:rPr sz="900"/>
            </a:b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else</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Microsoft YaHei"/>
              </a:rPr>
              <a:t>    {</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Microsoft YaHei"/>
              </a:rPr>
              <a:t>        t = postfix_expression(</a:t>
            </a:r>
            <a:r>
              <a:rPr b="1" lang="en-IN" sz="900" strike="noStrike" u="none">
                <a:solidFill>
                  <a:srgbClr val="000000"/>
                </a:solidFill>
                <a:effectLst/>
                <a:uFillTx/>
                <a:latin typeface="Amiri"/>
                <a:ea typeface="Microsoft YaHei"/>
              </a:rPr>
              <a:t>&amp;IsPost, &amp;IsPrim</a:t>
            </a:r>
            <a:r>
              <a:rPr b="0" lang="en-IN" sz="900" strike="noStrike" u="none">
                <a:solidFill>
                  <a:srgbClr val="000000"/>
                </a:solidFill>
                <a:effectLst/>
                <a:uFillTx/>
                <a:latin typeface="Amiri"/>
                <a:ea typeface="Microsoft YaHei"/>
              </a:rPr>
              <a:t>);</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if</a:t>
            </a:r>
            <a:r>
              <a:rPr b="0" lang="en-IN" sz="900" strike="noStrike" u="none">
                <a:solidFill>
                  <a:srgbClr val="000000"/>
                </a:solidFill>
                <a:effectLst/>
                <a:uFillTx/>
                <a:latin typeface="Amiri"/>
                <a:ea typeface="Cascadia Mono"/>
              </a:rPr>
              <a:t> (IsPost == </a:t>
            </a:r>
            <a:r>
              <a:rPr b="0" lang="en-IN" sz="900" strike="noStrike" u="none">
                <a:solidFill>
                  <a:srgbClr val="2f4f4f"/>
                </a:solidFill>
                <a:effectLst/>
                <a:uFillTx/>
                <a:latin typeface="Amiri"/>
                <a:ea typeface="Cascadia Mono"/>
              </a:rPr>
              <a:t>True</a:t>
            </a:r>
            <a:r>
              <a:rPr b="0" lang="en-IN" sz="900" strike="noStrike" u="none">
                <a:solidFill>
                  <a:srgbClr val="000000"/>
                </a:solidFill>
                <a:effectLst/>
                <a:uFillTx/>
                <a:latin typeface="Amiri"/>
                <a:ea typeface="Cascadia Mono"/>
              </a:rPr>
              <a:t> || IsPrim == </a:t>
            </a:r>
            <a:r>
              <a:rPr b="0" lang="en-IN" sz="900" strike="noStrike" u="none">
                <a:solidFill>
                  <a:srgbClr val="2f4f4f"/>
                </a:solidFill>
                <a:effectLst/>
                <a:uFillTx/>
                <a:latin typeface="Amiri"/>
                <a:ea typeface="Cascadia Mono"/>
              </a:rPr>
              <a:t>True</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return</a:t>
            </a:r>
            <a:r>
              <a:rPr b="0" lang="en-IN" sz="900" strike="noStrike" u="none">
                <a:solidFill>
                  <a:srgbClr val="000000"/>
                </a:solidFill>
                <a:effectLst/>
                <a:uFillTx/>
                <a:latin typeface="Amiri"/>
                <a:ea typeface="Cascadia Mono"/>
              </a:rPr>
              <a:t> t;</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else</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return</a:t>
            </a:r>
            <a:r>
              <a:rPr b="0" lang="en-IN" sz="900" strike="noStrike" u="none">
                <a:solidFill>
                  <a:srgbClr val="000000"/>
                </a:solidFill>
                <a:effectLst/>
                <a:uFillTx/>
                <a:latin typeface="Amiri"/>
                <a:ea typeface="Cascadia Mono"/>
              </a:rPr>
              <a:t> </a:t>
            </a:r>
            <a:r>
              <a:rPr b="0" lang="en-IN" sz="900" strike="noStrike" u="none">
                <a:solidFill>
                  <a:srgbClr val="6f008a"/>
                </a:solidFill>
                <a:effectLst/>
                <a:uFillTx/>
                <a:latin typeface="Amiri"/>
                <a:ea typeface="Cascadia Mono"/>
              </a:rPr>
              <a:t>NULL</a:t>
            </a:r>
            <a:r>
              <a:rPr b="0" lang="en-IN" sz="900" strike="noStrike" u="none">
                <a:solidFill>
                  <a:srgbClr val="000000"/>
                </a:solidFill>
                <a:effectLst/>
                <a:uFillTx/>
                <a:latin typeface="Amiri"/>
                <a:ea typeface="Cascadia Mono"/>
              </a:rPr>
              <a:t>;</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Microsoft YaHei"/>
              </a:rPr>
              <a:t>    }</a:t>
            </a:r>
            <a:endParaRPr b="0" lang="en-IN" sz="900" strike="noStrike" u="none">
              <a:solidFill>
                <a:srgbClr val="000000"/>
              </a:solidFill>
              <a:effectLst/>
              <a:uFillTx/>
              <a:latin typeface="Arial"/>
            </a:endParaRPr>
          </a:p>
          <a:p>
            <a:pPr>
              <a:lnSpc>
                <a:spcPct val="100000"/>
              </a:lnSpc>
            </a:pPr>
            <a:r>
              <a:rPr b="0" lang="en-IN" sz="900" strike="noStrike" u="none">
                <a:solidFill>
                  <a:srgbClr val="000000"/>
                </a:solidFill>
                <a:effectLst/>
                <a:uFillTx/>
                <a:latin typeface="Amiri"/>
                <a:ea typeface="Cascadia Mono"/>
              </a:rPr>
              <a:t>    </a:t>
            </a:r>
            <a:r>
              <a:rPr b="0" lang="en-IN" sz="900" strike="noStrike" u="none">
                <a:solidFill>
                  <a:srgbClr val="0000ff"/>
                </a:solidFill>
                <a:effectLst/>
                <a:uFillTx/>
                <a:latin typeface="Amiri"/>
                <a:ea typeface="Cascadia Mono"/>
              </a:rPr>
              <a:t>return</a:t>
            </a:r>
            <a:r>
              <a:rPr b="0" lang="en-IN" sz="900" strike="noStrike" u="none">
                <a:solidFill>
                  <a:srgbClr val="000000"/>
                </a:solidFill>
                <a:effectLst/>
                <a:uFillTx/>
                <a:latin typeface="Amiri"/>
                <a:ea typeface="Cascadia Mono"/>
              </a:rPr>
              <a:t> t;</a:t>
            </a:r>
            <a:br>
              <a:rPr sz="900"/>
            </a:br>
            <a:br>
              <a:rPr sz="900"/>
            </a:br>
            <a:br>
              <a:rPr sz="900"/>
            </a:br>
            <a:r>
              <a:rPr b="0" lang="en-IN" sz="900" strike="noStrike" u="none">
                <a:solidFill>
                  <a:srgbClr val="000000"/>
                </a:solidFill>
                <a:effectLst/>
                <a:uFillTx/>
                <a:latin typeface="Amiri"/>
                <a:ea typeface="Cascadia Mono"/>
              </a:rPr>
              <a:t>   </a:t>
            </a:r>
            <a:br>
              <a:rPr sz="900"/>
            </a:br>
            <a:br>
              <a:rPr sz="900"/>
            </a:br>
            <a:r>
              <a:rPr b="0" lang="en-IN" sz="900" strike="noStrike" u="none">
                <a:solidFill>
                  <a:srgbClr val="000000"/>
                </a:solidFill>
                <a:effectLst/>
                <a:uFillTx/>
                <a:latin typeface="Amiri"/>
                <a:ea typeface="Cascadia Mono"/>
              </a:rPr>
              <a:t> </a:t>
            </a:r>
            <a:endParaRPr b="0" lang="en-IN" sz="900" strike="noStrike" u="none">
              <a:solidFill>
                <a:srgbClr val="000000"/>
              </a:solidFill>
              <a:effectLst/>
              <a:uFillTx/>
              <a:latin typeface="Arial"/>
            </a:endParaRPr>
          </a:p>
          <a:p>
            <a:pPr marL="720000">
              <a:lnSpc>
                <a:spcPct val="100000"/>
              </a:lnSpc>
              <a:tabLst>
                <a:tab algn="l" pos="0"/>
              </a:tabLst>
            </a:pPr>
            <a:endParaRPr b="0" lang="en-IN" sz="900" strike="noStrike" u="none">
              <a:solidFill>
                <a:srgbClr val="000000"/>
              </a:solidFill>
              <a:effectLst/>
              <a:uFillTx/>
              <a:latin typeface="Arial"/>
            </a:endParaRPr>
          </a:p>
        </p:txBody>
      </p:sp>
      <p:sp>
        <p:nvSpPr>
          <p:cNvPr id="3" name="PlaceHolder 2"/>
          <p:cNvSpPr>
            <a:spLocks noGrp="1"/>
          </p:cNvSpPr>
          <p:nvPr>
            <p:ph type="sldNum" idx="3"/>
          </p:nvPr>
        </p:nvSpPr>
        <p:spPr/>
        <p:txBody>
          <a:bodyPr/>
          <a:p>
            <a:fld id="{093B6FA1-0CCE-47F3-A2E9-0473BB73BBD3}" type="slidenum">
              <a:t>18</a:t>
            </a:fld>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7"/>
          <p:cNvSpPr txBox="1"/>
          <p:nvPr/>
        </p:nvSpPr>
        <p:spPr>
          <a:xfrm>
            <a:off x="360000" y="218520"/>
            <a:ext cx="9358200" cy="503280"/>
          </a:xfrm>
          <a:prstGeom prst="rect">
            <a:avLst/>
          </a:prstGeom>
          <a:noFill/>
          <a:ln w="0">
            <a:noFill/>
          </a:ln>
        </p:spPr>
        <p:txBody>
          <a:bodyPr lIns="0" rIns="0" tIns="0" bIns="0" anchor="ctr">
            <a:spAutoFit/>
          </a:bodyPr>
          <a:p>
            <a:pPr algn="ctr">
              <a:lnSpc>
                <a:spcPct val="100000"/>
              </a:lnSpc>
              <a:tabLst>
                <a:tab algn="l" pos="0"/>
              </a:tabLst>
            </a:pPr>
            <a:r>
              <a:rPr b="0" lang="en-IN" sz="3300" strike="noStrike" u="none">
                <a:solidFill>
                  <a:srgbClr val="eeeeee"/>
                </a:solidFill>
                <a:effectLst/>
                <a:uFillTx/>
                <a:latin typeface="Arial"/>
              </a:rPr>
              <a:t>Expression parsing- Driver</a:t>
            </a:r>
            <a:endParaRPr b="0" lang="en-IN" sz="3300" strike="noStrike" u="none">
              <a:solidFill>
                <a:srgbClr val="000000"/>
              </a:solidFill>
              <a:effectLst/>
              <a:uFillTx/>
              <a:latin typeface="Arial"/>
            </a:endParaRPr>
          </a:p>
        </p:txBody>
      </p:sp>
      <p:sp>
        <p:nvSpPr>
          <p:cNvPr id="95" name="PlaceHolder 9"/>
          <p:cNvSpPr/>
          <p:nvPr/>
        </p:nvSpPr>
        <p:spPr>
          <a:xfrm>
            <a:off x="180720" y="901800"/>
            <a:ext cx="9719280" cy="5382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br>
              <a:rPr sz="1000"/>
            </a:br>
            <a:br>
              <a:rPr sz="1000"/>
            </a:br>
            <a:br>
              <a:rPr sz="1000"/>
            </a:br>
            <a:br>
              <a:rPr sz="1000"/>
            </a:br>
            <a:br>
              <a:rPr sz="1000"/>
            </a:br>
            <a:br>
              <a:rPr sz="1000"/>
            </a:br>
            <a:r>
              <a:rPr b="0" lang="en-IN" sz="950" strike="noStrike" u="none">
                <a:solidFill>
                  <a:srgbClr val="2b91af"/>
                </a:solidFill>
                <a:effectLst/>
                <a:uFillTx/>
                <a:latin typeface="Cascadia Mono"/>
              </a:rPr>
              <a:t>TreeNode</a:t>
            </a:r>
            <a:r>
              <a:rPr b="0" lang="en-IN" sz="950" strike="noStrike" u="none">
                <a:solidFill>
                  <a:srgbClr val="000000"/>
                </a:solidFill>
                <a:effectLst/>
                <a:uFillTx/>
                <a:latin typeface="Cascadia Mono"/>
                <a:ea typeface="Microsoft YaHei"/>
              </a:rPr>
              <a:t>* expression()</a:t>
            </a:r>
            <a:endParaRPr b="0" lang="en-IN" sz="950" strike="noStrike" u="none">
              <a:solidFill>
                <a:srgbClr val="000000"/>
              </a:solidFill>
              <a:effectLst/>
              <a:uFillTx/>
              <a:latin typeface="Arial"/>
            </a:endParaRPr>
          </a:p>
          <a:p>
            <a:r>
              <a:rPr b="0" lang="en-IN" sz="1000" strike="noStrike" u="none">
                <a:solidFill>
                  <a:srgbClr val="000000"/>
                </a:solidFill>
                <a:effectLst/>
                <a:uFillTx/>
                <a:latin typeface="Arial"/>
                <a:ea typeface="DejaVu Sans"/>
              </a:rPr>
              <a:t>{</a:t>
            </a:r>
            <a:endParaRPr b="0" lang="en-IN" sz="1000" strike="noStrike" u="none">
              <a:solidFill>
                <a:srgbClr val="000000"/>
              </a:solidFill>
              <a:effectLst/>
              <a:uFillTx/>
              <a:latin typeface="Cascadia Mono"/>
              <a:ea typeface="Cascadia Mono"/>
            </a:endParaRPr>
          </a:p>
          <a:p>
            <a:r>
              <a:rPr b="0" lang="en-IN" sz="950" strike="noStrike" u="none">
                <a:solidFill>
                  <a:srgbClr val="000000"/>
                </a:solidFill>
                <a:effectLst/>
                <a:uFillTx/>
                <a:latin typeface="Cascadia Mono"/>
                <a:ea typeface="Cascadia Mono"/>
              </a:rPr>
              <a:t>    </a:t>
            </a:r>
            <a:r>
              <a:rPr b="0" lang="en-IN" sz="950" strike="noStrike" u="none">
                <a:solidFill>
                  <a:srgbClr val="2b91af"/>
                </a:solidFill>
                <a:effectLst/>
                <a:uFillTx/>
                <a:latin typeface="Cascadia Mono"/>
                <a:ea typeface="Cascadia Mono"/>
              </a:rPr>
              <a:t>TreeNode</a:t>
            </a:r>
            <a:r>
              <a:rPr b="0" lang="en-IN" sz="950" strike="noStrike" u="none">
                <a:solidFill>
                  <a:srgbClr val="000000"/>
                </a:solidFill>
                <a:effectLst/>
                <a:uFillTx/>
                <a:latin typeface="Cascadia Mono"/>
                <a:ea typeface="Cascadia Mono"/>
              </a:rPr>
              <a:t>* t;</a:t>
            </a:r>
            <a:endParaRPr b="0" lang="en-IN" sz="950" strike="noStrike" u="none">
              <a:solidFill>
                <a:srgbClr val="000000"/>
              </a:solidFill>
              <a:effectLst/>
              <a:uFillTx/>
              <a:latin typeface="Arial"/>
            </a:endParaRPr>
          </a:p>
          <a:p>
            <a:r>
              <a:rPr b="0" lang="en-IN" sz="950" strike="noStrike" u="none">
                <a:solidFill>
                  <a:srgbClr val="000000"/>
                </a:solidFill>
                <a:effectLst/>
                <a:uFillTx/>
                <a:latin typeface="Cascadia Mono"/>
                <a:ea typeface="Cascadia Mono"/>
              </a:rPr>
              <a:t>    </a:t>
            </a:r>
            <a:r>
              <a:rPr b="0" lang="en-IN" sz="950" strike="noStrike" u="none">
                <a:solidFill>
                  <a:srgbClr val="2b91af"/>
                </a:solidFill>
                <a:effectLst/>
                <a:uFillTx/>
                <a:latin typeface="Cascadia Mono"/>
                <a:ea typeface="Cascadia Mono"/>
              </a:rPr>
              <a:t>TreeNode</a:t>
            </a:r>
            <a:r>
              <a:rPr b="0" lang="en-IN" sz="950" strike="noStrike" u="none">
                <a:solidFill>
                  <a:srgbClr val="000000"/>
                </a:solidFill>
                <a:effectLst/>
                <a:uFillTx/>
                <a:latin typeface="Cascadia Mono"/>
                <a:ea typeface="Cascadia Mono"/>
              </a:rPr>
              <a:t>* t2;</a:t>
            </a:r>
            <a:endParaRPr b="0" lang="en-IN" sz="950" strike="noStrike" u="none">
              <a:solidFill>
                <a:srgbClr val="000000"/>
              </a:solidFill>
              <a:effectLst/>
              <a:uFillTx/>
              <a:latin typeface="Arial"/>
            </a:endParaRPr>
          </a:p>
          <a:p>
            <a:r>
              <a:rPr b="0" lang="en-IN" sz="1000" strike="noStrike" u="none">
                <a:solidFill>
                  <a:srgbClr val="000000"/>
                </a:solidFill>
                <a:effectLst/>
                <a:uFillTx/>
                <a:latin typeface="Arial"/>
                <a:ea typeface="DejaVu Sans"/>
              </a:rPr>
              <a:t>    t = assignment_expression();</a:t>
            </a:r>
            <a:endParaRPr b="0" lang="en-IN" sz="1000" strike="noStrike" u="none">
              <a:solidFill>
                <a:srgbClr val="000000"/>
              </a:solidFill>
              <a:effectLst/>
              <a:uFillTx/>
              <a:latin typeface="Cascadia Mono"/>
              <a:ea typeface="Cascadia Mono"/>
            </a:endParaRPr>
          </a:p>
          <a:p>
            <a:endParaRPr b="0" lang="en-IN" sz="1000" strike="noStrike" u="none">
              <a:solidFill>
                <a:srgbClr val="000000"/>
              </a:solidFill>
              <a:effectLst/>
              <a:uFillTx/>
              <a:latin typeface="Cascadia Mono"/>
              <a:ea typeface="Cascadia Mono"/>
            </a:endParaRPr>
          </a:p>
          <a:p>
            <a:r>
              <a:rPr b="0" lang="en-IN" sz="950" strike="noStrike" u="none">
                <a:solidFill>
                  <a:srgbClr val="000000"/>
                </a:solidFill>
                <a:effectLst/>
                <a:uFillTx/>
                <a:latin typeface="Cascadia Mono"/>
                <a:ea typeface="Cascadia Mono"/>
              </a:rPr>
              <a:t>    </a:t>
            </a:r>
            <a:r>
              <a:rPr b="0" lang="en-IN" sz="950" strike="noStrike" u="none">
                <a:solidFill>
                  <a:srgbClr val="0000ff"/>
                </a:solidFill>
                <a:effectLst/>
                <a:uFillTx/>
                <a:latin typeface="Cascadia Mono"/>
                <a:ea typeface="Cascadia Mono"/>
              </a:rPr>
              <a:t>int</a:t>
            </a:r>
            <a:r>
              <a:rPr b="0" lang="en-IN" sz="950" strike="noStrike" u="none">
                <a:solidFill>
                  <a:srgbClr val="000000"/>
                </a:solidFill>
                <a:effectLst/>
                <a:uFillTx/>
                <a:latin typeface="Cascadia Mono"/>
                <a:ea typeface="Cascadia Mono"/>
              </a:rPr>
              <a:t> tok = getCurrentToken();</a:t>
            </a:r>
            <a:endParaRPr b="0" lang="en-IN" sz="950" strike="noStrike" u="none">
              <a:solidFill>
                <a:srgbClr val="000000"/>
              </a:solidFill>
              <a:effectLst/>
              <a:uFillTx/>
              <a:latin typeface="Arial"/>
            </a:endParaRPr>
          </a:p>
          <a:p>
            <a:r>
              <a:rPr b="0" lang="en-IN" sz="950" strike="noStrike" u="none">
                <a:solidFill>
                  <a:srgbClr val="000000"/>
                </a:solidFill>
                <a:effectLst/>
                <a:uFillTx/>
                <a:latin typeface="Cascadia Mono"/>
                <a:ea typeface="Cascadia Mono"/>
              </a:rPr>
              <a:t>    </a:t>
            </a:r>
            <a:r>
              <a:rPr b="0" lang="en-IN" sz="950" strike="noStrike" u="none">
                <a:solidFill>
                  <a:srgbClr val="0000ff"/>
                </a:solidFill>
                <a:effectLst/>
                <a:uFillTx/>
                <a:latin typeface="Cascadia Mono"/>
                <a:ea typeface="Cascadia Mono"/>
              </a:rPr>
              <a:t>if</a:t>
            </a:r>
            <a:r>
              <a:rPr b="0" lang="en-IN" sz="950" strike="noStrike" u="none">
                <a:solidFill>
                  <a:srgbClr val="000000"/>
                </a:solidFill>
                <a:effectLst/>
                <a:uFillTx/>
                <a:latin typeface="Cascadia Mono"/>
                <a:ea typeface="Cascadia Mono"/>
              </a:rPr>
              <a:t> (tok == </a:t>
            </a:r>
            <a:r>
              <a:rPr b="0" lang="en-IN" sz="950" strike="noStrike" u="none">
                <a:solidFill>
                  <a:srgbClr val="a31515"/>
                </a:solidFill>
                <a:effectLst/>
                <a:uFillTx/>
                <a:latin typeface="Cascadia Mono"/>
                <a:ea typeface="Cascadia Mono"/>
              </a:rPr>
              <a:t>','</a:t>
            </a:r>
            <a:r>
              <a:rPr b="0" lang="en-IN" sz="950" strike="noStrike" u="none">
                <a:solidFill>
                  <a:srgbClr val="000000"/>
                </a:solidFill>
                <a:effectLst/>
                <a:uFillTx/>
                <a:latin typeface="Cascadia Mono"/>
                <a:ea typeface="Cascadia Mono"/>
              </a:rPr>
              <a:t>)</a:t>
            </a:r>
            <a:endParaRPr b="0" lang="en-IN" sz="950" strike="noStrike" u="none">
              <a:solidFill>
                <a:srgbClr val="000000"/>
              </a:solidFill>
              <a:effectLst/>
              <a:uFillTx/>
              <a:latin typeface="Arial"/>
            </a:endParaRPr>
          </a:p>
          <a:p>
            <a:r>
              <a:rPr b="0" lang="en-IN" sz="1000" strike="noStrike" u="none">
                <a:solidFill>
                  <a:srgbClr val="000000"/>
                </a:solidFill>
                <a:effectLst/>
                <a:uFillTx/>
                <a:latin typeface="Arial"/>
                <a:ea typeface="DejaVu Sans"/>
              </a:rPr>
              <a:t>    {</a:t>
            </a:r>
            <a:endParaRPr b="0" lang="en-IN" sz="1000" strike="noStrike" u="none">
              <a:solidFill>
                <a:srgbClr val="000000"/>
              </a:solidFill>
              <a:effectLst/>
              <a:uFillTx/>
              <a:latin typeface="Cascadia Mono"/>
              <a:ea typeface="Cascadia Mono"/>
            </a:endParaRPr>
          </a:p>
          <a:p>
            <a:endParaRPr b="0" lang="en-IN" sz="1000" strike="noStrike" u="none">
              <a:solidFill>
                <a:srgbClr val="000000"/>
              </a:solidFill>
              <a:effectLst/>
              <a:uFillTx/>
              <a:latin typeface="Cascadia Mono"/>
              <a:ea typeface="Cascadia Mono"/>
            </a:endParaRPr>
          </a:p>
          <a:p>
            <a:r>
              <a:rPr b="0" lang="en-IN" sz="1000" strike="noStrike" u="none">
                <a:solidFill>
                  <a:srgbClr val="000000"/>
                </a:solidFill>
                <a:effectLst/>
                <a:uFillTx/>
                <a:latin typeface="Arial"/>
                <a:ea typeface="DejaVu Sans"/>
              </a:rPr>
              <a:t>        t2 = assignment_expression();</a:t>
            </a:r>
            <a:endParaRPr b="0" lang="en-IN" sz="1000" strike="noStrike" u="none">
              <a:solidFill>
                <a:srgbClr val="000000"/>
              </a:solidFill>
              <a:effectLst/>
              <a:uFillTx/>
              <a:latin typeface="Cascadia Mono"/>
              <a:ea typeface="Cascadia Mono"/>
            </a:endParaRPr>
          </a:p>
          <a:p>
            <a:endParaRPr b="0" lang="en-IN" sz="1000" strike="noStrike" u="none">
              <a:solidFill>
                <a:srgbClr val="000000"/>
              </a:solidFill>
              <a:effectLst/>
              <a:uFillTx/>
              <a:latin typeface="Cascadia Mono"/>
              <a:ea typeface="Cascadia Mono"/>
            </a:endParaRPr>
          </a:p>
          <a:p>
            <a:r>
              <a:rPr b="0" lang="en-IN" sz="950" strike="noStrike" u="none">
                <a:solidFill>
                  <a:srgbClr val="000000"/>
                </a:solidFill>
                <a:effectLst/>
                <a:uFillTx/>
                <a:latin typeface="Cascadia Mono"/>
                <a:ea typeface="Cascadia Mono"/>
              </a:rPr>
              <a:t>        </a:t>
            </a:r>
            <a:r>
              <a:rPr b="0" lang="en-IN" sz="950" strike="noStrike" u="none">
                <a:solidFill>
                  <a:srgbClr val="0000ff"/>
                </a:solidFill>
                <a:effectLst/>
                <a:uFillTx/>
                <a:latin typeface="Cascadia Mono"/>
                <a:ea typeface="Cascadia Mono"/>
              </a:rPr>
              <a:t>return</a:t>
            </a:r>
            <a:r>
              <a:rPr b="0" lang="en-IN" sz="950" strike="noStrike" u="none">
                <a:solidFill>
                  <a:srgbClr val="000000"/>
                </a:solidFill>
                <a:effectLst/>
                <a:uFillTx/>
                <a:latin typeface="Cascadia Mono"/>
                <a:ea typeface="Cascadia Mono"/>
              </a:rPr>
              <a:t> t2;</a:t>
            </a:r>
            <a:endParaRPr b="0" lang="en-IN" sz="950" strike="noStrike" u="none">
              <a:solidFill>
                <a:srgbClr val="000000"/>
              </a:solidFill>
              <a:effectLst/>
              <a:uFillTx/>
              <a:latin typeface="Arial"/>
            </a:endParaRPr>
          </a:p>
          <a:p>
            <a:r>
              <a:rPr b="0" lang="en-IN" sz="1000" strike="noStrike" u="none">
                <a:solidFill>
                  <a:srgbClr val="000000"/>
                </a:solidFill>
                <a:effectLst/>
                <a:uFillTx/>
                <a:latin typeface="Arial"/>
                <a:ea typeface="DejaVu Sans"/>
              </a:rPr>
              <a:t>    }</a:t>
            </a:r>
            <a:endParaRPr b="0" lang="en-IN" sz="1000" strike="noStrike" u="none">
              <a:solidFill>
                <a:srgbClr val="000000"/>
              </a:solidFill>
              <a:effectLst/>
              <a:uFillTx/>
              <a:latin typeface="Cascadia Mono"/>
              <a:ea typeface="Cascadia Mono"/>
            </a:endParaRPr>
          </a:p>
          <a:p>
            <a:r>
              <a:rPr b="0" lang="en-IN" sz="950" strike="noStrike" u="none">
                <a:solidFill>
                  <a:srgbClr val="000000"/>
                </a:solidFill>
                <a:effectLst/>
                <a:uFillTx/>
                <a:latin typeface="Cascadia Mono"/>
                <a:ea typeface="Cascadia Mono"/>
              </a:rPr>
              <a:t>    </a:t>
            </a:r>
            <a:r>
              <a:rPr b="0" lang="en-IN" sz="950" strike="noStrike" u="none">
                <a:solidFill>
                  <a:srgbClr val="0000ff"/>
                </a:solidFill>
                <a:effectLst/>
                <a:uFillTx/>
                <a:latin typeface="Cascadia Mono"/>
                <a:ea typeface="Cascadia Mono"/>
              </a:rPr>
              <a:t>return</a:t>
            </a:r>
            <a:r>
              <a:rPr b="0" lang="en-IN" sz="950" strike="noStrike" u="none">
                <a:solidFill>
                  <a:srgbClr val="000000"/>
                </a:solidFill>
                <a:effectLst/>
                <a:uFillTx/>
                <a:latin typeface="Cascadia Mono"/>
                <a:ea typeface="Cascadia Mono"/>
              </a:rPr>
              <a:t> t;</a:t>
            </a:r>
            <a:endParaRPr b="0" lang="en-IN" sz="950" strike="noStrike" u="none">
              <a:solidFill>
                <a:srgbClr val="000000"/>
              </a:solidFill>
              <a:effectLst/>
              <a:uFillTx/>
              <a:latin typeface="Arial"/>
            </a:endParaRPr>
          </a:p>
          <a:p>
            <a:r>
              <a:rPr b="0" lang="en-IN" sz="1000" strike="noStrike" u="none">
                <a:solidFill>
                  <a:srgbClr val="000000"/>
                </a:solidFill>
                <a:effectLst/>
                <a:uFillTx/>
                <a:latin typeface="Arial"/>
                <a:ea typeface="DejaVu Sans"/>
              </a:rPr>
              <a:t>}</a:t>
            </a:r>
            <a:br>
              <a:rPr sz="1000"/>
            </a:br>
            <a:br>
              <a:rPr sz="1000"/>
            </a:br>
            <a:br>
              <a:rPr sz="1000"/>
            </a:br>
            <a:br>
              <a:rPr sz="1000"/>
            </a:br>
            <a:r>
              <a:rPr b="0" lang="en-IN" sz="1000" strike="noStrike" u="none">
                <a:solidFill>
                  <a:srgbClr val="000000"/>
                </a:solidFill>
                <a:effectLst/>
                <a:uFillTx/>
                <a:latin typeface="Amiri"/>
                <a:ea typeface="Cascadia Mono"/>
              </a:rPr>
              <a:t>   </a:t>
            </a:r>
            <a:br>
              <a:rPr sz="1000"/>
            </a:br>
            <a:br>
              <a:rPr sz="1000"/>
            </a:br>
            <a:r>
              <a:rPr b="0" lang="en-IN" sz="1000" strike="noStrike" u="none">
                <a:solidFill>
                  <a:srgbClr val="000000"/>
                </a:solidFill>
                <a:effectLst/>
                <a:uFillTx/>
                <a:latin typeface="Amiri"/>
                <a:ea typeface="Cascadia Mono"/>
              </a:rPr>
              <a:t> </a:t>
            </a:r>
            <a:endParaRPr b="0" lang="en-IN" sz="1000" strike="noStrike" u="none">
              <a:solidFill>
                <a:srgbClr val="000000"/>
              </a:solidFill>
              <a:effectLst/>
              <a:uFillTx/>
              <a:latin typeface="Arial"/>
            </a:endParaRPr>
          </a:p>
          <a:p>
            <a:pPr marL="720000">
              <a:lnSpc>
                <a:spcPct val="100000"/>
              </a:lnSpc>
              <a:tabLst>
                <a:tab algn="l" pos="0"/>
              </a:tabLst>
            </a:pPr>
            <a:endParaRPr b="0" lang="en-IN" sz="1000" strike="noStrike" u="none">
              <a:solidFill>
                <a:srgbClr val="000000"/>
              </a:solidFill>
              <a:effectLst/>
              <a:uFillTx/>
              <a:latin typeface="Arial"/>
            </a:endParaRPr>
          </a:p>
        </p:txBody>
      </p:sp>
      <p:sp>
        <p:nvSpPr>
          <p:cNvPr id="96" name="PlaceHolder 10"/>
          <p:cNvSpPr/>
          <p:nvPr/>
        </p:nvSpPr>
        <p:spPr>
          <a:xfrm>
            <a:off x="180720" y="721800"/>
            <a:ext cx="9719280" cy="5382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br>
              <a:rPr sz="1000"/>
            </a:br>
            <a:r>
              <a:rPr b="0" lang="en-IN" sz="1000" strike="noStrike" u="none">
                <a:solidFill>
                  <a:srgbClr val="000000"/>
                </a:solidFill>
                <a:effectLst/>
                <a:uFillTx/>
                <a:latin typeface="Arial"/>
                <a:ea typeface="Microsoft YaHei"/>
              </a:rPr>
              <a:t>This is the driver code where execution of the parser starts</a:t>
            </a:r>
            <a:br>
              <a:rPr sz="1000"/>
            </a:br>
            <a:br>
              <a:rPr sz="1000"/>
            </a:br>
            <a:r>
              <a:rPr b="0" lang="en-IN" sz="1000" strike="noStrike" u="none">
                <a:solidFill>
                  <a:srgbClr val="000000"/>
                </a:solidFill>
                <a:effectLst/>
                <a:uFillTx/>
                <a:latin typeface="Arial"/>
                <a:ea typeface="Microsoft YaHei"/>
              </a:rPr>
              <a:t>expression:</a:t>
            </a:r>
            <a:br>
              <a:rPr sz="1000"/>
            </a:br>
            <a:r>
              <a:rPr b="0" lang="en-IN" sz="1000" strike="noStrike" u="none">
                <a:solidFill>
                  <a:srgbClr val="000000"/>
                </a:solidFill>
                <a:effectLst/>
                <a:uFillTx/>
                <a:latin typeface="Arial"/>
                <a:ea typeface="Microsoft YaHei"/>
              </a:rPr>
              <a:t>assignment_expression ‘,’ </a:t>
            </a:r>
            <a:r>
              <a:rPr b="0" lang="en-IN" sz="1000" strike="noStrike" u="none">
                <a:solidFill>
                  <a:srgbClr val="000000"/>
                </a:solidFill>
                <a:effectLst/>
                <a:uFillTx/>
                <a:latin typeface="Arial"/>
                <a:ea typeface="Microsoft YaHei"/>
              </a:rPr>
              <a:t>assignment_expression</a:t>
            </a:r>
            <a:br>
              <a:rPr sz="1000"/>
            </a:br>
            <a:br>
              <a:rPr sz="1000"/>
            </a:br>
            <a:br>
              <a:rPr sz="1000"/>
            </a:br>
            <a:br>
              <a:rPr sz="1000"/>
            </a:br>
            <a:r>
              <a:rPr b="0" lang="en-IN" sz="1000" strike="noStrike" u="none">
                <a:solidFill>
                  <a:srgbClr val="000000"/>
                </a:solidFill>
                <a:effectLst/>
                <a:uFillTx/>
                <a:latin typeface="Amiri"/>
                <a:ea typeface="Cascadia Mono"/>
              </a:rPr>
              <a:t>   </a:t>
            </a:r>
            <a:br>
              <a:rPr sz="1000"/>
            </a:br>
            <a:br>
              <a:rPr sz="1000"/>
            </a:br>
            <a:r>
              <a:rPr b="0" lang="en-IN" sz="1000" strike="noStrike" u="none">
                <a:solidFill>
                  <a:srgbClr val="000000"/>
                </a:solidFill>
                <a:effectLst/>
                <a:uFillTx/>
                <a:latin typeface="Amiri"/>
                <a:ea typeface="Cascadia Mono"/>
              </a:rPr>
              <a:t> </a:t>
            </a:r>
            <a:endParaRPr b="0" lang="en-IN" sz="1000" strike="noStrike" u="none">
              <a:solidFill>
                <a:srgbClr val="000000"/>
              </a:solidFill>
              <a:effectLst/>
              <a:uFillTx/>
              <a:latin typeface="Arial"/>
            </a:endParaRPr>
          </a:p>
          <a:p>
            <a:pPr marL="720000">
              <a:lnSpc>
                <a:spcPct val="100000"/>
              </a:lnSpc>
              <a:tabLst>
                <a:tab algn="l" pos="0"/>
              </a:tabLst>
            </a:pPr>
            <a:endParaRPr b="0" lang="en-IN" sz="1000" strike="noStrike" u="none">
              <a:solidFill>
                <a:srgbClr val="000000"/>
              </a:solidFill>
              <a:effectLst/>
              <a:uFillTx/>
              <a:latin typeface="Arial"/>
            </a:endParaRPr>
          </a:p>
        </p:txBody>
      </p:sp>
      <p:sp>
        <p:nvSpPr>
          <p:cNvPr id="2" name="PlaceHolder 1"/>
          <p:cNvSpPr>
            <a:spLocks noGrp="1"/>
          </p:cNvSpPr>
          <p:nvPr>
            <p:ph type="sldNum" idx="3"/>
          </p:nvPr>
        </p:nvSpPr>
        <p:spPr/>
        <p:txBody>
          <a:bodyPr/>
          <a:p>
            <a:fld id="{3A85C630-28BF-4455-B5B8-22AE8BD0F28D}" type="slidenum">
              <a:t>19</a:t>
            </a:fld>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1824</TotalTime>
  <Application>LibreOffice/25.2.7.2$Windows_X86_64 LibreOffice_project/5cbfd1ab6520636bb5f7b99185aa69bd7456825d</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2026-05-10T11:41:53Z</dcterms:created>
  <dc:creator/>
  <dc:description>This work is licensed under a Creative Commons 0 License.
It makes use of the works of kka_libo_design@ashisuto.co.jp.</dc:description>
  <dc:language>en-IN</dc:language>
  <cp:lastModifiedBy/>
  <dcterms:modified xsi:type="dcterms:W3CDTF">2026-05-16T16:12:55Z</dcterms:modified>
  <cp:revision>192</cp:revision>
  <dc:subject/>
  <dc:title>Blue Curve</dc:title>
</cp:coreProperties>
</file>

<file path=docProps/custom.xml><?xml version="1.0" encoding="utf-8"?>
<Properties xmlns="http://schemas.openxmlformats.org/officeDocument/2006/custom-properties" xmlns:vt="http://schemas.openxmlformats.org/officeDocument/2006/docPropsVTypes"/>
</file>